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318" r:id="rId2"/>
    <p:sldId id="281" r:id="rId3"/>
    <p:sldId id="338" r:id="rId4"/>
    <p:sldId id="321" r:id="rId5"/>
    <p:sldId id="364" r:id="rId6"/>
    <p:sldId id="356" r:id="rId7"/>
    <p:sldId id="355" r:id="rId8"/>
    <p:sldId id="340" r:id="rId9"/>
    <p:sldId id="323" r:id="rId10"/>
    <p:sldId id="326" r:id="rId11"/>
    <p:sldId id="327" r:id="rId12"/>
    <p:sldId id="360" r:id="rId13"/>
    <p:sldId id="363" r:id="rId14"/>
    <p:sldId id="330" r:id="rId15"/>
    <p:sldId id="358" r:id="rId16"/>
    <p:sldId id="347" r:id="rId17"/>
    <p:sldId id="348" r:id="rId18"/>
    <p:sldId id="346" r:id="rId19"/>
    <p:sldId id="344" r:id="rId20"/>
    <p:sldId id="359" r:id="rId21"/>
    <p:sldId id="349" r:id="rId22"/>
    <p:sldId id="350" r:id="rId23"/>
    <p:sldId id="332" r:id="rId24"/>
    <p:sldId id="343" r:id="rId25"/>
    <p:sldId id="342" r:id="rId26"/>
    <p:sldId id="337" r:id="rId27"/>
    <p:sldId id="312" r:id="rId28"/>
    <p:sldId id="319" r:id="rId29"/>
    <p:sldId id="361" r:id="rId30"/>
    <p:sldId id="362" r:id="rId31"/>
    <p:sldId id="339" r:id="rId32"/>
    <p:sldId id="334" r:id="rId33"/>
    <p:sldId id="341" r:id="rId34"/>
  </p:sldIdLst>
  <p:sldSz cx="9906000" cy="6858000" type="A4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5796" userDrawn="1">
          <p15:clr>
            <a:srgbClr val="F26B43"/>
          </p15:clr>
        </p15:guide>
        <p15:guide id="4" pos="444" userDrawn="1">
          <p15:clr>
            <a:srgbClr val="F26B43"/>
          </p15:clr>
        </p15:guide>
        <p15:guide id="5" orient="horz" pos="595" userDrawn="1">
          <p15:clr>
            <a:srgbClr val="F26B43"/>
          </p15:clr>
        </p15:guide>
        <p15:guide id="6" orient="horz" pos="4042" userDrawn="1">
          <p15:clr>
            <a:srgbClr val="F26B43"/>
          </p15:clr>
        </p15:guide>
        <p15:guide id="9" pos="3324" userDrawn="1">
          <p15:clr>
            <a:srgbClr val="F26B43"/>
          </p15:clr>
        </p15:guide>
        <p15:guide id="10" pos="2145" userDrawn="1">
          <p15:clr>
            <a:srgbClr val="F26B43"/>
          </p15:clr>
        </p15:guide>
        <p15:guide id="11" pos="4095" userDrawn="1">
          <p15:clr>
            <a:srgbClr val="F26B43"/>
          </p15:clr>
        </p15:guide>
        <p15:guide id="12" pos="2916" userDrawn="1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松本　紗規子" initials="松本　紗規子" lastIdx="1" clrIdx="0">
    <p:extLst>
      <p:ext uri="{19B8F6BF-5375-455C-9EA6-DF929625EA0E}">
        <p15:presenceInfo xmlns:p15="http://schemas.microsoft.com/office/powerpoint/2012/main" userId="S::sa-matsumoto@kentem.onmicrosoft.com::5d7b7419-a4d7-4205-81a0-ec99ac0629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000"/>
    <a:srgbClr val="D9D9D9"/>
    <a:srgbClr val="F3271A"/>
    <a:srgbClr val="E6E6E6"/>
    <a:srgbClr val="000000"/>
    <a:srgbClr val="B3B3B3"/>
    <a:srgbClr val="40A6E6"/>
    <a:srgbClr val="FFFFFF"/>
    <a:srgbClr val="F2F2F2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F546CC-C669-462A-B718-C31FD42A0005}" v="36" dt="2021-03-23T01:26:47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37" autoAdjust="0"/>
    <p:restoredTop sz="95214" autoAdjust="0"/>
  </p:normalViewPr>
  <p:slideViewPr>
    <p:cSldViewPr>
      <p:cViewPr varScale="1">
        <p:scale>
          <a:sx n="105" d="100"/>
          <a:sy n="105" d="100"/>
        </p:scale>
        <p:origin x="1704" y="108"/>
      </p:cViewPr>
      <p:guideLst>
        <p:guide orient="horz" pos="2160"/>
        <p:guide pos="3120"/>
        <p:guide pos="5796"/>
        <p:guide pos="444"/>
        <p:guide orient="horz" pos="595"/>
        <p:guide orient="horz" pos="4042"/>
        <p:guide pos="3324"/>
        <p:guide pos="2145"/>
        <p:guide pos="4095"/>
        <p:guide pos="29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8" d="100"/>
          <a:sy n="78" d="100"/>
        </p:scale>
        <p:origin x="3996" y="96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市川　卓" userId="918186a9-4936-4767-923a-3be65c1d7e18" providerId="ADAL" clId="{8CF546CC-C669-462A-B718-C31FD42A0005}"/>
    <pc:docChg chg="custSel addSld delSld modSld modMainMaster">
      <pc:chgData name="市川　卓" userId="918186a9-4936-4767-923a-3be65c1d7e18" providerId="ADAL" clId="{8CF546CC-C669-462A-B718-C31FD42A0005}" dt="2021-03-23T01:26:47.940" v="196"/>
      <pc:docMkLst>
        <pc:docMk/>
      </pc:docMkLst>
      <pc:sldChg chg="modSp mod">
        <pc:chgData name="市川　卓" userId="918186a9-4936-4767-923a-3be65c1d7e18" providerId="ADAL" clId="{8CF546CC-C669-462A-B718-C31FD42A0005}" dt="2021-03-23T01:26:38.484" v="191"/>
        <pc:sldMkLst>
          <pc:docMk/>
          <pc:sldMk cId="4280470710" sldId="294"/>
        </pc:sldMkLst>
        <pc:spChg chg="mod">
          <ac:chgData name="市川　卓" userId="918186a9-4936-4767-923a-3be65c1d7e18" providerId="ADAL" clId="{8CF546CC-C669-462A-B718-C31FD42A0005}" dt="2021-03-23T01:26:38.484" v="191"/>
          <ac:spMkLst>
            <pc:docMk/>
            <pc:sldMk cId="4280470710" sldId="294"/>
            <ac:spMk id="4" creationId="{A4F7849A-3771-4FDF-9E02-25A60A16513B}"/>
          </ac:spMkLst>
        </pc:spChg>
      </pc:sldChg>
      <pc:sldChg chg="modSp mod">
        <pc:chgData name="市川　卓" userId="918186a9-4936-4767-923a-3be65c1d7e18" providerId="ADAL" clId="{8CF546CC-C669-462A-B718-C31FD42A0005}" dt="2021-03-23T01:26:47.940" v="196"/>
        <pc:sldMkLst>
          <pc:docMk/>
          <pc:sldMk cId="3168707527" sldId="295"/>
        </pc:sldMkLst>
        <pc:spChg chg="mod">
          <ac:chgData name="市川　卓" userId="918186a9-4936-4767-923a-3be65c1d7e18" providerId="ADAL" clId="{8CF546CC-C669-462A-B718-C31FD42A0005}" dt="2021-03-23T01:26:47.940" v="196"/>
          <ac:spMkLst>
            <pc:docMk/>
            <pc:sldMk cId="3168707527" sldId="295"/>
            <ac:spMk id="4" creationId="{A4F7849A-3771-4FDF-9E02-25A60A16513B}"/>
          </ac:spMkLst>
        </pc:spChg>
      </pc:sldChg>
      <pc:sldChg chg="addSp delSp modSp new mod modClrScheme chgLayout">
        <pc:chgData name="市川　卓" userId="918186a9-4936-4767-923a-3be65c1d7e18" providerId="ADAL" clId="{8CF546CC-C669-462A-B718-C31FD42A0005}" dt="2021-03-23T01:22:39.553" v="176" actId="700"/>
        <pc:sldMkLst>
          <pc:docMk/>
          <pc:sldMk cId="1198207210" sldId="319"/>
        </pc:sldMkLst>
        <pc:spChg chg="del">
          <ac:chgData name="市川　卓" userId="918186a9-4936-4767-923a-3be65c1d7e18" providerId="ADAL" clId="{8CF546CC-C669-462A-B718-C31FD42A0005}" dt="2021-03-23T01:20:25.120" v="163" actId="700"/>
          <ac:spMkLst>
            <pc:docMk/>
            <pc:sldMk cId="1198207210" sldId="319"/>
            <ac:spMk id="2" creationId="{55B5715D-BAA3-4E2D-A8E7-3046102EEA35}"/>
          </ac:spMkLst>
        </pc:spChg>
        <pc:spChg chg="del">
          <ac:chgData name="市川　卓" userId="918186a9-4936-4767-923a-3be65c1d7e18" providerId="ADAL" clId="{8CF546CC-C669-462A-B718-C31FD42A0005}" dt="2021-03-23T01:20:25.120" v="163" actId="700"/>
          <ac:spMkLst>
            <pc:docMk/>
            <pc:sldMk cId="1198207210" sldId="319"/>
            <ac:spMk id="3" creationId="{6C41FF48-7C47-4D6C-BB87-9B9C37929DF2}"/>
          </ac:spMkLst>
        </pc:spChg>
        <pc:spChg chg="mod ord">
          <ac:chgData name="市川　卓" userId="918186a9-4936-4767-923a-3be65c1d7e18" providerId="ADAL" clId="{8CF546CC-C669-462A-B718-C31FD42A0005}" dt="2021-03-23T01:22:39.553" v="176" actId="700"/>
          <ac:spMkLst>
            <pc:docMk/>
            <pc:sldMk cId="1198207210" sldId="319"/>
            <ac:spMk id="4" creationId="{E545518E-D921-493E-90BD-19C3B09F2C6A}"/>
          </ac:spMkLst>
        </pc:spChg>
        <pc:spChg chg="add del mod ord">
          <ac:chgData name="市川　卓" userId="918186a9-4936-4767-923a-3be65c1d7e18" providerId="ADAL" clId="{8CF546CC-C669-462A-B718-C31FD42A0005}" dt="2021-03-23T01:20:30.693" v="164" actId="700"/>
          <ac:spMkLst>
            <pc:docMk/>
            <pc:sldMk cId="1198207210" sldId="319"/>
            <ac:spMk id="5" creationId="{0BD127DE-FD8A-4A45-B3ED-DBA92371FCC3}"/>
          </ac:spMkLst>
        </pc:spChg>
        <pc:spChg chg="add del mod ord">
          <ac:chgData name="市川　卓" userId="918186a9-4936-4767-923a-3be65c1d7e18" providerId="ADAL" clId="{8CF546CC-C669-462A-B718-C31FD42A0005}" dt="2021-03-23T01:20:30.693" v="164" actId="700"/>
          <ac:spMkLst>
            <pc:docMk/>
            <pc:sldMk cId="1198207210" sldId="319"/>
            <ac:spMk id="6" creationId="{0A1DF75C-3D7F-4FCF-901D-B191D4AFE530}"/>
          </ac:spMkLst>
        </pc:spChg>
        <pc:spChg chg="add del mod ord">
          <ac:chgData name="市川　卓" userId="918186a9-4936-4767-923a-3be65c1d7e18" providerId="ADAL" clId="{8CF546CC-C669-462A-B718-C31FD42A0005}" dt="2021-03-23T01:20:36.105" v="165" actId="700"/>
          <ac:spMkLst>
            <pc:docMk/>
            <pc:sldMk cId="1198207210" sldId="319"/>
            <ac:spMk id="7" creationId="{93593507-3EA2-4520-8CAD-78EB4A286CAE}"/>
          </ac:spMkLst>
        </pc:spChg>
        <pc:spChg chg="add del mod ord">
          <ac:chgData name="市川　卓" userId="918186a9-4936-4767-923a-3be65c1d7e18" providerId="ADAL" clId="{8CF546CC-C669-462A-B718-C31FD42A0005}" dt="2021-03-23T01:20:41.394" v="166" actId="700"/>
          <ac:spMkLst>
            <pc:docMk/>
            <pc:sldMk cId="1198207210" sldId="319"/>
            <ac:spMk id="8" creationId="{16F07EB1-9494-4BAE-9749-F29D0DB67E19}"/>
          </ac:spMkLst>
        </pc:spChg>
        <pc:spChg chg="add del mod ord">
          <ac:chgData name="市川　卓" userId="918186a9-4936-4767-923a-3be65c1d7e18" providerId="ADAL" clId="{8CF546CC-C669-462A-B718-C31FD42A0005}" dt="2021-03-23T01:20:41.394" v="166" actId="700"/>
          <ac:spMkLst>
            <pc:docMk/>
            <pc:sldMk cId="1198207210" sldId="319"/>
            <ac:spMk id="9" creationId="{8742670A-32CE-439D-9F61-AE6A61E2C629}"/>
          </ac:spMkLst>
        </pc:spChg>
        <pc:spChg chg="add del mod ord">
          <ac:chgData name="市川　卓" userId="918186a9-4936-4767-923a-3be65c1d7e18" providerId="ADAL" clId="{8CF546CC-C669-462A-B718-C31FD42A0005}" dt="2021-03-23T01:20:41.394" v="166" actId="700"/>
          <ac:spMkLst>
            <pc:docMk/>
            <pc:sldMk cId="1198207210" sldId="319"/>
            <ac:spMk id="10" creationId="{89256765-6CF2-4592-9EE0-CC61F1B43828}"/>
          </ac:spMkLst>
        </pc:spChg>
        <pc:spChg chg="add del mod ord">
          <ac:chgData name="市川　卓" userId="918186a9-4936-4767-923a-3be65c1d7e18" providerId="ADAL" clId="{8CF546CC-C669-462A-B718-C31FD42A0005}" dt="2021-03-23T01:20:46.865" v="167" actId="700"/>
          <ac:spMkLst>
            <pc:docMk/>
            <pc:sldMk cId="1198207210" sldId="319"/>
            <ac:spMk id="11" creationId="{A96FFE36-FCFA-4BF5-B517-231A1C03E2D9}"/>
          </ac:spMkLst>
        </pc:spChg>
        <pc:spChg chg="add del mod ord">
          <ac:chgData name="市川　卓" userId="918186a9-4936-4767-923a-3be65c1d7e18" providerId="ADAL" clId="{8CF546CC-C669-462A-B718-C31FD42A0005}" dt="2021-03-23T01:20:46.865" v="167" actId="700"/>
          <ac:spMkLst>
            <pc:docMk/>
            <pc:sldMk cId="1198207210" sldId="319"/>
            <ac:spMk id="12" creationId="{7EF4F0B7-BF25-4BF0-B7E7-18E08DF5DB9F}"/>
          </ac:spMkLst>
        </pc:spChg>
        <pc:spChg chg="add del mod ord">
          <ac:chgData name="市川　卓" userId="918186a9-4936-4767-923a-3be65c1d7e18" providerId="ADAL" clId="{8CF546CC-C669-462A-B718-C31FD42A0005}" dt="2021-03-23T01:20:56.075" v="168" actId="700"/>
          <ac:spMkLst>
            <pc:docMk/>
            <pc:sldMk cId="1198207210" sldId="319"/>
            <ac:spMk id="13" creationId="{B168DD99-CE2D-48F5-8E88-0DBF1C491149}"/>
          </ac:spMkLst>
        </pc:spChg>
        <pc:spChg chg="add del mod ord">
          <ac:chgData name="市川　卓" userId="918186a9-4936-4767-923a-3be65c1d7e18" providerId="ADAL" clId="{8CF546CC-C669-462A-B718-C31FD42A0005}" dt="2021-03-23T01:20:56.075" v="168" actId="700"/>
          <ac:spMkLst>
            <pc:docMk/>
            <pc:sldMk cId="1198207210" sldId="319"/>
            <ac:spMk id="14" creationId="{E9F50716-3DB4-42B5-BFC9-D2FB9DFBEEFD}"/>
          </ac:spMkLst>
        </pc:spChg>
        <pc:spChg chg="add del mod ord">
          <ac:chgData name="市川　卓" userId="918186a9-4936-4767-923a-3be65c1d7e18" providerId="ADAL" clId="{8CF546CC-C669-462A-B718-C31FD42A0005}" dt="2021-03-23T01:21:01.801" v="169" actId="700"/>
          <ac:spMkLst>
            <pc:docMk/>
            <pc:sldMk cId="1198207210" sldId="319"/>
            <ac:spMk id="15" creationId="{19E0D723-587C-4BCD-B584-2009E5CCA06A}"/>
          </ac:spMkLst>
        </pc:spChg>
        <pc:spChg chg="add del mod ord">
          <ac:chgData name="市川　卓" userId="918186a9-4936-4767-923a-3be65c1d7e18" providerId="ADAL" clId="{8CF546CC-C669-462A-B718-C31FD42A0005}" dt="2021-03-23T01:22:39.553" v="176" actId="700"/>
          <ac:spMkLst>
            <pc:docMk/>
            <pc:sldMk cId="1198207210" sldId="319"/>
            <ac:spMk id="16" creationId="{84E765C6-8942-4B08-B916-D68A6E4C944B}"/>
          </ac:spMkLst>
        </pc:spChg>
        <pc:spChg chg="add mod ord">
          <ac:chgData name="市川　卓" userId="918186a9-4936-4767-923a-3be65c1d7e18" providerId="ADAL" clId="{8CF546CC-C669-462A-B718-C31FD42A0005}" dt="2021-03-23T01:22:39.553" v="176" actId="700"/>
          <ac:spMkLst>
            <pc:docMk/>
            <pc:sldMk cId="1198207210" sldId="319"/>
            <ac:spMk id="17" creationId="{DD0A3361-802C-40F7-832C-B98FF8928BCC}"/>
          </ac:spMkLst>
        </pc:spChg>
        <pc:spChg chg="add mod ord">
          <ac:chgData name="市川　卓" userId="918186a9-4936-4767-923a-3be65c1d7e18" providerId="ADAL" clId="{8CF546CC-C669-462A-B718-C31FD42A0005}" dt="2021-03-23T01:22:39.553" v="176" actId="700"/>
          <ac:spMkLst>
            <pc:docMk/>
            <pc:sldMk cId="1198207210" sldId="319"/>
            <ac:spMk id="18" creationId="{F7F0E13D-98E6-41B4-AE2B-CA913B3AEA6E}"/>
          </ac:spMkLst>
        </pc:spChg>
        <pc:spChg chg="add mod ord">
          <ac:chgData name="市川　卓" userId="918186a9-4936-4767-923a-3be65c1d7e18" providerId="ADAL" clId="{8CF546CC-C669-462A-B718-C31FD42A0005}" dt="2021-03-23T01:22:39.553" v="176" actId="700"/>
          <ac:spMkLst>
            <pc:docMk/>
            <pc:sldMk cId="1198207210" sldId="319"/>
            <ac:spMk id="19" creationId="{97BF4AE6-356D-4DE8-A706-1287E3E81A23}"/>
          </ac:spMkLst>
        </pc:spChg>
      </pc:sldChg>
      <pc:sldChg chg="addSp delSp modSp new del mod modClrScheme chgLayout">
        <pc:chgData name="市川　卓" userId="918186a9-4936-4767-923a-3be65c1d7e18" providerId="ADAL" clId="{8CF546CC-C669-462A-B718-C31FD42A0005}" dt="2021-03-23T01:15:02.781" v="21" actId="47"/>
        <pc:sldMkLst>
          <pc:docMk/>
          <pc:sldMk cId="2630060054" sldId="319"/>
        </pc:sldMkLst>
        <pc:spChg chg="del mod ord">
          <ac:chgData name="市川　卓" userId="918186a9-4936-4767-923a-3be65c1d7e18" providerId="ADAL" clId="{8CF546CC-C669-462A-B718-C31FD42A0005}" dt="2021-03-23T01:13:35.480" v="1" actId="700"/>
          <ac:spMkLst>
            <pc:docMk/>
            <pc:sldMk cId="2630060054" sldId="319"/>
            <ac:spMk id="2" creationId="{8C7EE990-E0C1-4130-B0F4-4EC78F7BE10D}"/>
          </ac:spMkLst>
        </pc:spChg>
        <pc:spChg chg="del mod ord">
          <ac:chgData name="市川　卓" userId="918186a9-4936-4767-923a-3be65c1d7e18" providerId="ADAL" clId="{8CF546CC-C669-462A-B718-C31FD42A0005}" dt="2021-03-23T01:13:35.480" v="1" actId="700"/>
          <ac:spMkLst>
            <pc:docMk/>
            <pc:sldMk cId="2630060054" sldId="319"/>
            <ac:spMk id="3" creationId="{768BC4A8-C176-4753-B358-7C352AA69CA2}"/>
          </ac:spMkLst>
        </pc:spChg>
        <pc:spChg chg="mod ord">
          <ac:chgData name="市川　卓" userId="918186a9-4936-4767-923a-3be65c1d7e18" providerId="ADAL" clId="{8CF546CC-C669-462A-B718-C31FD42A0005}" dt="2021-03-23T01:14:48.708" v="20" actId="700"/>
          <ac:spMkLst>
            <pc:docMk/>
            <pc:sldMk cId="2630060054" sldId="319"/>
            <ac:spMk id="4" creationId="{E4DC7FDD-C655-40C7-9098-D905BC15CDF1}"/>
          </ac:spMkLst>
        </pc:spChg>
        <pc:spChg chg="add del mod ord">
          <ac:chgData name="市川　卓" userId="918186a9-4936-4767-923a-3be65c1d7e18" providerId="ADAL" clId="{8CF546CC-C669-462A-B718-C31FD42A0005}" dt="2021-03-23T01:13:41.793" v="2" actId="700"/>
          <ac:spMkLst>
            <pc:docMk/>
            <pc:sldMk cId="2630060054" sldId="319"/>
            <ac:spMk id="5" creationId="{0F500831-4D20-4D06-9980-D95DF883DE5D}"/>
          </ac:spMkLst>
        </pc:spChg>
        <pc:spChg chg="add del mod ord">
          <ac:chgData name="市川　卓" userId="918186a9-4936-4767-923a-3be65c1d7e18" providerId="ADAL" clId="{8CF546CC-C669-462A-B718-C31FD42A0005}" dt="2021-03-23T01:13:41.793" v="2" actId="700"/>
          <ac:spMkLst>
            <pc:docMk/>
            <pc:sldMk cId="2630060054" sldId="319"/>
            <ac:spMk id="6" creationId="{9E6C9889-489D-4658-A144-24E066B1FF36}"/>
          </ac:spMkLst>
        </pc:spChg>
        <pc:spChg chg="add del mod ord">
          <ac:chgData name="市川　卓" userId="918186a9-4936-4767-923a-3be65c1d7e18" providerId="ADAL" clId="{8CF546CC-C669-462A-B718-C31FD42A0005}" dt="2021-03-23T01:13:41.793" v="2" actId="700"/>
          <ac:spMkLst>
            <pc:docMk/>
            <pc:sldMk cId="2630060054" sldId="319"/>
            <ac:spMk id="7" creationId="{B89E9CC6-13C6-4D00-A900-FE96BA38C4C8}"/>
          </ac:spMkLst>
        </pc:spChg>
        <pc:spChg chg="add del mod ord">
          <ac:chgData name="市川　卓" userId="918186a9-4936-4767-923a-3be65c1d7e18" providerId="ADAL" clId="{8CF546CC-C669-462A-B718-C31FD42A0005}" dt="2021-03-23T01:13:46.058" v="3" actId="700"/>
          <ac:spMkLst>
            <pc:docMk/>
            <pc:sldMk cId="2630060054" sldId="319"/>
            <ac:spMk id="8" creationId="{D7689733-F8E0-47C3-8841-910685B0B120}"/>
          </ac:spMkLst>
        </pc:spChg>
        <pc:spChg chg="add del mod ord">
          <ac:chgData name="市川　卓" userId="918186a9-4936-4767-923a-3be65c1d7e18" providerId="ADAL" clId="{8CF546CC-C669-462A-B718-C31FD42A0005}" dt="2021-03-23T01:13:51.395" v="4" actId="700"/>
          <ac:spMkLst>
            <pc:docMk/>
            <pc:sldMk cId="2630060054" sldId="319"/>
            <ac:spMk id="9" creationId="{EFB86DB5-692E-4088-A70B-78947F75F8B9}"/>
          </ac:spMkLst>
        </pc:spChg>
        <pc:spChg chg="add del mod ord">
          <ac:chgData name="市川　卓" userId="918186a9-4936-4767-923a-3be65c1d7e18" providerId="ADAL" clId="{8CF546CC-C669-462A-B718-C31FD42A0005}" dt="2021-03-23T01:13:51.395" v="4" actId="700"/>
          <ac:spMkLst>
            <pc:docMk/>
            <pc:sldMk cId="2630060054" sldId="319"/>
            <ac:spMk id="10" creationId="{C4E5299E-B8FA-4543-8140-D751E68E76AA}"/>
          </ac:spMkLst>
        </pc:spChg>
        <pc:spChg chg="add del mod ord">
          <ac:chgData name="市川　卓" userId="918186a9-4936-4767-923a-3be65c1d7e18" providerId="ADAL" clId="{8CF546CC-C669-462A-B718-C31FD42A0005}" dt="2021-03-23T01:13:58.895" v="5" actId="700"/>
          <ac:spMkLst>
            <pc:docMk/>
            <pc:sldMk cId="2630060054" sldId="319"/>
            <ac:spMk id="11" creationId="{3B053275-541F-409A-9B3C-CBD465B91C39}"/>
          </ac:spMkLst>
        </pc:spChg>
        <pc:spChg chg="add del mod ord">
          <ac:chgData name="市川　卓" userId="918186a9-4936-4767-923a-3be65c1d7e18" providerId="ADAL" clId="{8CF546CC-C669-462A-B718-C31FD42A0005}" dt="2021-03-23T01:13:58.895" v="5" actId="700"/>
          <ac:spMkLst>
            <pc:docMk/>
            <pc:sldMk cId="2630060054" sldId="319"/>
            <ac:spMk id="12" creationId="{6EC0638B-6C41-467A-9DF3-1859636A72DC}"/>
          </ac:spMkLst>
        </pc:spChg>
        <pc:spChg chg="add del mod ord">
          <ac:chgData name="市川　卓" userId="918186a9-4936-4767-923a-3be65c1d7e18" providerId="ADAL" clId="{8CF546CC-C669-462A-B718-C31FD42A0005}" dt="2021-03-23T01:13:58.895" v="5" actId="700"/>
          <ac:spMkLst>
            <pc:docMk/>
            <pc:sldMk cId="2630060054" sldId="319"/>
            <ac:spMk id="13" creationId="{DE615F6B-9D86-49F1-AAA4-19E2A716DAE7}"/>
          </ac:spMkLst>
        </pc:spChg>
        <pc:spChg chg="add del mod ord">
          <ac:chgData name="市川　卓" userId="918186a9-4936-4767-923a-3be65c1d7e18" providerId="ADAL" clId="{8CF546CC-C669-462A-B718-C31FD42A0005}" dt="2021-03-23T01:13:58.895" v="5" actId="700"/>
          <ac:spMkLst>
            <pc:docMk/>
            <pc:sldMk cId="2630060054" sldId="319"/>
            <ac:spMk id="14" creationId="{FF22D9E4-17AD-44B0-9C0C-DB19F353D26E}"/>
          </ac:spMkLst>
        </pc:spChg>
        <pc:spChg chg="add del mod ord">
          <ac:chgData name="市川　卓" userId="918186a9-4936-4767-923a-3be65c1d7e18" providerId="ADAL" clId="{8CF546CC-C669-462A-B718-C31FD42A0005}" dt="2021-03-23T01:14:14.230" v="6" actId="700"/>
          <ac:spMkLst>
            <pc:docMk/>
            <pc:sldMk cId="2630060054" sldId="319"/>
            <ac:spMk id="15" creationId="{8E96B0B7-409D-405C-9F2D-8B5FC6E3D855}"/>
          </ac:spMkLst>
        </pc:spChg>
        <pc:spChg chg="add mod ord">
          <ac:chgData name="市川　卓" userId="918186a9-4936-4767-923a-3be65c1d7e18" providerId="ADAL" clId="{8CF546CC-C669-462A-B718-C31FD42A0005}" dt="2021-03-23T01:14:48.708" v="20" actId="700"/>
          <ac:spMkLst>
            <pc:docMk/>
            <pc:sldMk cId="2630060054" sldId="319"/>
            <ac:spMk id="16" creationId="{8D028072-CE95-4A5D-9429-3AC42DCB1247}"/>
          </ac:spMkLst>
        </pc:spChg>
        <pc:spChg chg="add del mod ord">
          <ac:chgData name="市川　卓" userId="918186a9-4936-4767-923a-3be65c1d7e18" providerId="ADAL" clId="{8CF546CC-C669-462A-B718-C31FD42A0005}" dt="2021-03-23T01:14:48.708" v="20" actId="700"/>
          <ac:spMkLst>
            <pc:docMk/>
            <pc:sldMk cId="2630060054" sldId="319"/>
            <ac:spMk id="17" creationId="{F069C250-A8B7-4333-8DF4-5C9438CAABCB}"/>
          </ac:spMkLst>
        </pc:spChg>
        <pc:spChg chg="add mod ord">
          <ac:chgData name="市川　卓" userId="918186a9-4936-4767-923a-3be65c1d7e18" providerId="ADAL" clId="{8CF546CC-C669-462A-B718-C31FD42A0005}" dt="2021-03-23T01:14:48.708" v="20" actId="700"/>
          <ac:spMkLst>
            <pc:docMk/>
            <pc:sldMk cId="2630060054" sldId="319"/>
            <ac:spMk id="18" creationId="{49A237C9-6D1B-473D-A745-98369F890030}"/>
          </ac:spMkLst>
        </pc:spChg>
      </pc:sldChg>
      <pc:sldMasterChg chg="modSldLayout">
        <pc:chgData name="市川　卓" userId="918186a9-4936-4767-923a-3be65c1d7e18" providerId="ADAL" clId="{8CF546CC-C669-462A-B718-C31FD42A0005}" dt="2021-03-23T01:24:05.120" v="187"/>
        <pc:sldMasterMkLst>
          <pc:docMk/>
          <pc:sldMasterMk cId="3406124352" sldId="2147483660"/>
        </pc:sldMasterMkLst>
        <pc:sldLayoutChg chg="modSp mod">
          <pc:chgData name="市川　卓" userId="918186a9-4936-4767-923a-3be65c1d7e18" providerId="ADAL" clId="{8CF546CC-C669-462A-B718-C31FD42A0005}" dt="2021-03-23T01:18:28.385" v="135"/>
          <pc:sldLayoutMkLst>
            <pc:docMk/>
            <pc:sldMasterMk cId="3406124352" sldId="2147483660"/>
            <pc:sldLayoutMk cId="2796180138" sldId="2147483661"/>
          </pc:sldLayoutMkLst>
          <pc:spChg chg="mod">
            <ac:chgData name="市川　卓" userId="918186a9-4936-4767-923a-3be65c1d7e18" providerId="ADAL" clId="{8CF546CC-C669-462A-B718-C31FD42A0005}" dt="2021-03-23T01:18:20.497" v="119"/>
            <ac:spMkLst>
              <pc:docMk/>
              <pc:sldMasterMk cId="3406124352" sldId="2147483660"/>
              <pc:sldLayoutMk cId="2796180138" sldId="2147483661"/>
              <ac:spMk id="12" creationId="{070BFD7A-9E95-4994-AD60-B44C8EE5291E}"/>
            </ac:spMkLst>
          </pc:spChg>
          <pc:spChg chg="mod">
            <ac:chgData name="市川　卓" userId="918186a9-4936-4767-923a-3be65c1d7e18" providerId="ADAL" clId="{8CF546CC-C669-462A-B718-C31FD42A0005}" dt="2021-03-23T01:18:28.385" v="135"/>
            <ac:spMkLst>
              <pc:docMk/>
              <pc:sldMasterMk cId="3406124352" sldId="2147483660"/>
              <pc:sldLayoutMk cId="2796180138" sldId="2147483661"/>
              <ac:spMk id="13" creationId="{170285FF-7FD2-42AA-8794-969E1D26EE90}"/>
            </ac:spMkLst>
          </pc:spChg>
        </pc:sldLayoutChg>
        <pc:sldLayoutChg chg="addSp delSp modSp mod">
          <pc:chgData name="市川　卓" userId="918186a9-4936-4767-923a-3be65c1d7e18" providerId="ADAL" clId="{8CF546CC-C669-462A-B718-C31FD42A0005}" dt="2021-03-23T01:22:00.708" v="173"/>
          <pc:sldLayoutMkLst>
            <pc:docMk/>
            <pc:sldMasterMk cId="3406124352" sldId="2147483660"/>
            <pc:sldLayoutMk cId="1483238547" sldId="2147483662"/>
          </pc:sldLayoutMkLst>
          <pc:spChg chg="del mod">
            <ac:chgData name="市川　卓" userId="918186a9-4936-4767-923a-3be65c1d7e18" providerId="ADAL" clId="{8CF546CC-C669-462A-B718-C31FD42A0005}" dt="2021-03-23T01:22:00.391" v="172" actId="478"/>
            <ac:spMkLst>
              <pc:docMk/>
              <pc:sldMasterMk cId="3406124352" sldId="2147483660"/>
              <pc:sldLayoutMk cId="1483238547" sldId="2147483662"/>
              <ac:spMk id="5" creationId="{0B4A7AD7-4430-490E-AA10-DA38C920F557}"/>
            </ac:spMkLst>
          </pc:spChg>
          <pc:spChg chg="add mod">
            <ac:chgData name="市川　卓" userId="918186a9-4936-4767-923a-3be65c1d7e18" providerId="ADAL" clId="{8CF546CC-C669-462A-B718-C31FD42A0005}" dt="2021-03-23T01:22:00.708" v="173"/>
            <ac:spMkLst>
              <pc:docMk/>
              <pc:sldMasterMk cId="3406124352" sldId="2147483660"/>
              <pc:sldLayoutMk cId="1483238547" sldId="2147483662"/>
              <ac:spMk id="6" creationId="{FBEA89D0-6CD5-45AF-95C2-21124EFE613B}"/>
            </ac:spMkLst>
          </pc:spChg>
        </pc:sldLayoutChg>
        <pc:sldLayoutChg chg="modSp mod">
          <pc:chgData name="市川　卓" userId="918186a9-4936-4767-923a-3be65c1d7e18" providerId="ADAL" clId="{8CF546CC-C669-462A-B718-C31FD42A0005}" dt="2021-03-23T01:18:54.621" v="155"/>
          <pc:sldLayoutMkLst>
            <pc:docMk/>
            <pc:sldMasterMk cId="3406124352" sldId="2147483660"/>
            <pc:sldLayoutMk cId="438743432" sldId="2147483666"/>
          </pc:sldLayoutMkLst>
          <pc:spChg chg="mod">
            <ac:chgData name="市川　卓" userId="918186a9-4936-4767-923a-3be65c1d7e18" providerId="ADAL" clId="{8CF546CC-C669-462A-B718-C31FD42A0005}" dt="2021-03-23T01:18:54.621" v="155"/>
            <ac:spMkLst>
              <pc:docMk/>
              <pc:sldMasterMk cId="3406124352" sldId="2147483660"/>
              <pc:sldLayoutMk cId="438743432" sldId="2147483666"/>
              <ac:spMk id="2" creationId="{1A9CE2BC-55D2-4D78-8A0D-3E31D3BE3F42}"/>
            </ac:spMkLst>
          </pc:spChg>
        </pc:sldLayoutChg>
        <pc:sldLayoutChg chg="addSp delSp modSp mod">
          <pc:chgData name="市川　卓" userId="918186a9-4936-4767-923a-3be65c1d7e18" providerId="ADAL" clId="{8CF546CC-C669-462A-B718-C31FD42A0005}" dt="2021-03-23T01:24:05.120" v="187"/>
          <pc:sldLayoutMkLst>
            <pc:docMk/>
            <pc:sldMasterMk cId="3406124352" sldId="2147483660"/>
            <pc:sldLayoutMk cId="2061727303" sldId="2147483669"/>
          </pc:sldLayoutMkLst>
          <pc:spChg chg="add del mod">
            <ac:chgData name="市川　卓" userId="918186a9-4936-4767-923a-3be65c1d7e18" providerId="ADAL" clId="{8CF546CC-C669-462A-B718-C31FD42A0005}" dt="2021-03-23T01:22:17.614" v="174" actId="478"/>
            <ac:spMkLst>
              <pc:docMk/>
              <pc:sldMasterMk cId="3406124352" sldId="2147483660"/>
              <pc:sldLayoutMk cId="2061727303" sldId="2147483669"/>
              <ac:spMk id="8" creationId="{3E1DC98A-6FF7-45E6-B7C6-5145EC45877A}"/>
            </ac:spMkLst>
          </pc:spChg>
          <pc:spChg chg="add del mod">
            <ac:chgData name="市川　卓" userId="918186a9-4936-4767-923a-3be65c1d7e18" providerId="ADAL" clId="{8CF546CC-C669-462A-B718-C31FD42A0005}" dt="2021-03-23T01:23:06.012" v="178" actId="478"/>
            <ac:spMkLst>
              <pc:docMk/>
              <pc:sldMasterMk cId="3406124352" sldId="2147483660"/>
              <pc:sldLayoutMk cId="2061727303" sldId="2147483669"/>
              <ac:spMk id="9" creationId="{533E3C44-9370-4FF3-922C-666864F6F91B}"/>
            </ac:spMkLst>
          </pc:spChg>
          <pc:spChg chg="add del mod">
            <ac:chgData name="市川　卓" userId="918186a9-4936-4767-923a-3be65c1d7e18" providerId="ADAL" clId="{8CF546CC-C669-462A-B718-C31FD42A0005}" dt="2021-03-23T01:23:23.957" v="182" actId="478"/>
            <ac:spMkLst>
              <pc:docMk/>
              <pc:sldMasterMk cId="3406124352" sldId="2147483660"/>
              <pc:sldLayoutMk cId="2061727303" sldId="2147483669"/>
              <ac:spMk id="10" creationId="{16FA130D-30C7-43CC-96E0-8D9427AE81EA}"/>
            </ac:spMkLst>
          </pc:spChg>
          <pc:spChg chg="del mod">
            <ac:chgData name="市川　卓" userId="918186a9-4936-4767-923a-3be65c1d7e18" providerId="ADAL" clId="{8CF546CC-C669-462A-B718-C31FD42A0005}" dt="2021-03-23T01:19:38.195" v="160" actId="478"/>
            <ac:spMkLst>
              <pc:docMk/>
              <pc:sldMasterMk cId="3406124352" sldId="2147483660"/>
              <pc:sldLayoutMk cId="2061727303" sldId="2147483669"/>
              <ac:spMk id="11" creationId="{328798FB-521C-44FC-8D18-B1B7EA1C5F17}"/>
            </ac:spMkLst>
          </pc:spChg>
          <pc:spChg chg="add del mod">
            <ac:chgData name="市川　卓" userId="918186a9-4936-4767-923a-3be65c1d7e18" providerId="ADAL" clId="{8CF546CC-C669-462A-B718-C31FD42A0005}" dt="2021-03-23T01:23:37.532" v="186" actId="478"/>
            <ac:spMkLst>
              <pc:docMk/>
              <pc:sldMasterMk cId="3406124352" sldId="2147483660"/>
              <pc:sldLayoutMk cId="2061727303" sldId="2147483669"/>
              <ac:spMk id="12" creationId="{5AFA8B6D-4DA7-4C12-B11A-E634AC6066C2}"/>
            </ac:spMkLst>
          </pc:spChg>
          <pc:spChg chg="add mod">
            <ac:chgData name="市川　卓" userId="918186a9-4936-4767-923a-3be65c1d7e18" providerId="ADAL" clId="{8CF546CC-C669-462A-B718-C31FD42A0005}" dt="2021-03-23T01:24:05.120" v="187"/>
            <ac:spMkLst>
              <pc:docMk/>
              <pc:sldMasterMk cId="3406124352" sldId="2147483660"/>
              <pc:sldLayoutMk cId="2061727303" sldId="2147483669"/>
              <ac:spMk id="13" creationId="{8B35175E-EC93-4AE8-998E-926A28C915DF}"/>
            </ac:spMkLst>
          </pc:spChg>
        </pc:sldLayoutChg>
        <pc:sldLayoutChg chg="modSp mod">
          <pc:chgData name="市川　卓" userId="918186a9-4936-4767-923a-3be65c1d7e18" providerId="ADAL" clId="{8CF546CC-C669-462A-B718-C31FD42A0005}" dt="2021-03-23T01:15:46.343" v="22" actId="14100"/>
          <pc:sldLayoutMkLst>
            <pc:docMk/>
            <pc:sldMasterMk cId="3406124352" sldId="2147483660"/>
            <pc:sldLayoutMk cId="4293387943" sldId="2147483672"/>
          </pc:sldLayoutMkLst>
          <pc:spChg chg="mod">
            <ac:chgData name="市川　卓" userId="918186a9-4936-4767-923a-3be65c1d7e18" providerId="ADAL" clId="{8CF546CC-C669-462A-B718-C31FD42A0005}" dt="2021-03-23T01:15:46.343" v="22" actId="14100"/>
            <ac:spMkLst>
              <pc:docMk/>
              <pc:sldMasterMk cId="3406124352" sldId="2147483660"/>
              <pc:sldLayoutMk cId="4293387943" sldId="2147483672"/>
              <ac:spMk id="3" creationId="{5F426957-CAD6-40F7-8D0C-0F353F53A097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D6CEFADD-2549-4A37-B220-686DF91B6E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E4538C6-3CC2-4C84-968B-7274B487BD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DADC9-84AC-47A0-A132-06E0329E8A4A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BEC7C25-3D78-430F-B7C7-48C81D0DEC7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278F1D2-4AE1-4B1E-9591-226E81A1DC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BD8BF-A928-4707-9340-61FE96745E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25965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AB89-1C3C-45F3-9E77-B76890C91663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4881A-4257-43F8-A557-80103A5A8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1770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bg>
      <p:bgPr>
        <a:solidFill>
          <a:srgbClr val="FDD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768CB0C-8DDF-4B1C-9B5E-948800A3B425}"/>
              </a:ext>
            </a:extLst>
          </p:cNvPr>
          <p:cNvSpPr/>
          <p:nvPr userDrawn="1"/>
        </p:nvSpPr>
        <p:spPr>
          <a:xfrm>
            <a:off x="-2" y="3"/>
            <a:ext cx="990600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 dirty="0">
              <a:solidFill>
                <a:sysClr val="windowText" lastClr="000000"/>
              </a:solidFill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A3548E1-C3F3-4D17-A515-2E28DA243018}"/>
              </a:ext>
            </a:extLst>
          </p:cNvPr>
          <p:cNvSpPr/>
          <p:nvPr userDrawn="1"/>
        </p:nvSpPr>
        <p:spPr>
          <a:xfrm>
            <a:off x="5431402" y="104884"/>
            <a:ext cx="4464493" cy="5412348"/>
          </a:xfrm>
          <a:prstGeom prst="roundRect">
            <a:avLst>
              <a:gd name="adj" fmla="val 4205"/>
            </a:avLst>
          </a:prstGeom>
          <a:solidFill>
            <a:srgbClr val="FDD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 dirty="0"/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070BFD7A-9E95-4994-AD60-B44C8EE529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1173" y="2541823"/>
            <a:ext cx="4532968" cy="91344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20000"/>
              </a:lnSpc>
              <a:defRPr sz="2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タイトルを入力</a:t>
            </a:r>
          </a:p>
        </p:txBody>
      </p:sp>
      <p:sp>
        <p:nvSpPr>
          <p:cNvPr id="13" name="字幕 2">
            <a:extLst>
              <a:ext uri="{FF2B5EF4-FFF2-40B4-BE49-F238E27FC236}">
                <a16:creationId xmlns:a16="http://schemas.microsoft.com/office/drawing/2014/main" id="{170285FF-7FD2-42AA-8794-969E1D26EE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1174" y="3573019"/>
            <a:ext cx="4529652" cy="4651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300" b="1">
                <a:solidFill>
                  <a:sysClr val="windowText" lastClr="000000"/>
                </a:solidFill>
                <a:latin typeface="+mn-ea"/>
                <a:ea typeface="+mn-ea"/>
              </a:defRPr>
            </a:lvl1pPr>
            <a:lvl2pPr marL="257173" indent="0" algn="ctr">
              <a:buNone/>
              <a:defRPr sz="1125"/>
            </a:lvl2pPr>
            <a:lvl3pPr marL="514346" indent="0" algn="ctr">
              <a:buNone/>
              <a:defRPr sz="1013"/>
            </a:lvl3pPr>
            <a:lvl4pPr marL="771519" indent="0" algn="ctr">
              <a:buNone/>
              <a:defRPr sz="900"/>
            </a:lvl4pPr>
            <a:lvl5pPr marL="1028691" indent="0" algn="ctr">
              <a:buNone/>
              <a:defRPr sz="900"/>
            </a:lvl5pPr>
            <a:lvl6pPr marL="1285865" indent="0" algn="ctr">
              <a:buNone/>
              <a:defRPr sz="900"/>
            </a:lvl6pPr>
            <a:lvl7pPr marL="1543037" indent="0" algn="ctr">
              <a:buNone/>
              <a:defRPr sz="900"/>
            </a:lvl7pPr>
            <a:lvl8pPr marL="1800210" indent="0" algn="ctr">
              <a:buNone/>
              <a:defRPr sz="900"/>
            </a:lvl8pPr>
            <a:lvl9pPr marL="2057382" indent="0" algn="ctr">
              <a:buNone/>
              <a:defRPr sz="900"/>
            </a:lvl9pPr>
          </a:lstStyle>
          <a:p>
            <a:r>
              <a:rPr kumimoji="1" lang="ja-JP" altLang="en-US" dirty="0"/>
              <a:t>部門名　氏名を入力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C9934ED-B545-4D0C-A886-86D98D48FFE0}"/>
              </a:ext>
            </a:extLst>
          </p:cNvPr>
          <p:cNvSpPr/>
          <p:nvPr userDrawn="1"/>
        </p:nvSpPr>
        <p:spPr>
          <a:xfrm>
            <a:off x="3" y="2501486"/>
            <a:ext cx="272479" cy="974234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B85EA1C-A992-476A-AF5C-9F36A7B93B98}"/>
              </a:ext>
            </a:extLst>
          </p:cNvPr>
          <p:cNvSpPr/>
          <p:nvPr userDrawn="1"/>
        </p:nvSpPr>
        <p:spPr>
          <a:xfrm rot="5400000">
            <a:off x="6877540" y="2488773"/>
            <a:ext cx="5517230" cy="539691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0F33EB5-1BE3-483B-978C-C674CC55EE89}"/>
              </a:ext>
            </a:extLst>
          </p:cNvPr>
          <p:cNvSpPr/>
          <p:nvPr userDrawn="1"/>
        </p:nvSpPr>
        <p:spPr>
          <a:xfrm>
            <a:off x="20798" y="2501490"/>
            <a:ext cx="524508" cy="974233"/>
          </a:xfrm>
          <a:prstGeom prst="roundRect">
            <a:avLst>
              <a:gd name="adj" fmla="val 20636"/>
            </a:avLst>
          </a:prstGeom>
          <a:solidFill>
            <a:srgbClr val="FDD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F79AAF6-DD70-4E1D-B35E-F1D59E2F94F5}"/>
              </a:ext>
            </a:extLst>
          </p:cNvPr>
          <p:cNvSpPr/>
          <p:nvPr userDrawn="1"/>
        </p:nvSpPr>
        <p:spPr>
          <a:xfrm>
            <a:off x="5431403" y="-20452"/>
            <a:ext cx="4476398" cy="664235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/>
          </a:p>
        </p:txBody>
      </p:sp>
      <p:pic>
        <p:nvPicPr>
          <p:cNvPr id="4" name="図 3" descr="ロゴ が含まれている画像  自動的に生成された説明">
            <a:extLst>
              <a:ext uri="{FF2B5EF4-FFF2-40B4-BE49-F238E27FC236}">
                <a16:creationId xmlns:a16="http://schemas.microsoft.com/office/drawing/2014/main" id="{85EDA54D-157F-4143-A80B-3267032CE4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26" r="-1325" b="31625"/>
          <a:stretch/>
        </p:blipFill>
        <p:spPr>
          <a:xfrm>
            <a:off x="6429164" y="5673625"/>
            <a:ext cx="3568304" cy="102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80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E94C5E9-DCFD-42EB-99F6-FBFF6FD7D97C}"/>
              </a:ext>
            </a:extLst>
          </p:cNvPr>
          <p:cNvSpPr/>
          <p:nvPr userDrawn="1"/>
        </p:nvSpPr>
        <p:spPr>
          <a:xfrm>
            <a:off x="0" y="0"/>
            <a:ext cx="9906000" cy="6417332"/>
          </a:xfrm>
          <a:prstGeom prst="rect">
            <a:avLst/>
          </a:prstGeom>
          <a:solidFill>
            <a:schemeClr val="bg1"/>
          </a:solidFill>
          <a:ln w="142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AC9F653D-890E-440D-A047-649A3D837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2" y="1388853"/>
            <a:ext cx="3809354" cy="4788110"/>
          </a:xfrm>
          <a:prstGeom prst="rect">
            <a:avLst/>
          </a:prstGeom>
        </p:spPr>
        <p:txBody>
          <a:bodyPr/>
          <a:lstStyle>
            <a:lvl1pPr marL="289343" indent="-289343">
              <a:lnSpc>
                <a:spcPct val="250000"/>
              </a:lnSpc>
              <a:buFont typeface="+mj-lt"/>
              <a:buAutoNum type="arabicPeriod"/>
              <a:defRPr/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42F1AF78-048A-49CC-B941-A15427874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58" y="204460"/>
            <a:ext cx="8695048" cy="6524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DD000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64F817AA-BE1A-463D-AF32-77A931F01EA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386964" y="1388853"/>
            <a:ext cx="3738042" cy="47881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250000"/>
              </a:lnSpc>
              <a:buFont typeface="+mj-lt"/>
              <a:buNone/>
              <a:defRPr/>
            </a:lvl1pPr>
          </a:lstStyle>
          <a:p>
            <a:pPr lvl="0"/>
            <a:r>
              <a:rPr kumimoji="1" lang="ja-JP" altLang="en-US" dirty="0"/>
              <a:t>・・・・・</a:t>
            </a:r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746267D4-434B-4761-9D56-3A6441C05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70015" y="6492879"/>
            <a:ext cx="2553891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C314D315-6C69-40BF-98D6-60239DAB9584}" type="slidenum">
              <a:rPr lang="ja-JP" altLang="en-US" smtClean="0"/>
              <a:pPr/>
              <a:t>‹#›</a:t>
            </a:fld>
            <a:r>
              <a:rPr lang="ja-JP" altLang="en-US"/>
              <a:t>　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32948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9CE2BC-55D2-4D78-8A0D-3E31D3BE3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960" y="204460"/>
            <a:ext cx="6740054" cy="652462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 dirty="0"/>
              <a:t>タイトルを入力</a:t>
            </a:r>
          </a:p>
        </p:txBody>
      </p:sp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6FA9EF85-8947-4DE7-86FC-5361B2510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70015" y="6492879"/>
            <a:ext cx="2553891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C314D315-6C69-40BF-98D6-60239DAB9584}" type="slidenum">
              <a:rPr lang="ja-JP" altLang="en-US" smtClean="0"/>
              <a:pPr/>
              <a:t>‹#›</a:t>
            </a:fld>
            <a:r>
              <a:rPr lang="ja-JP" altLang="en-US"/>
              <a:t>　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3874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A4F02A-6367-4390-84AF-3A8D69A56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" y="1282427"/>
            <a:ext cx="8496300" cy="48945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Tx/>
              <a:buNone/>
              <a:defRPr sz="1600"/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6B17C7B5-3BC1-4AF2-BEC9-D1A51964A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70015" y="6492879"/>
            <a:ext cx="2553891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C314D315-6C69-40BF-98D6-60239DAB9584}" type="slidenum">
              <a:rPr lang="ja-JP" altLang="en-US" smtClean="0"/>
              <a:pPr/>
              <a:t>‹#›</a:t>
            </a:fld>
            <a:r>
              <a:rPr lang="ja-JP" altLang="en-US"/>
              <a:t>　</a:t>
            </a:r>
            <a:endParaRPr lang="ja-JP" altLang="en-US" dirty="0"/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FBEA89D0-6CD5-45AF-95C2-21124EFE61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960" y="204460"/>
            <a:ext cx="6740054" cy="652462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 dirty="0"/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148323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補足説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F426957-CAD6-40F7-8D0C-0F353F53A097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142875">
            <a:solidFill>
              <a:srgbClr val="FDD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 dirty="0"/>
          </a:p>
        </p:txBody>
      </p: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CCCF494A-20E4-4142-A41D-365E71A54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1214" y="6328844"/>
            <a:ext cx="2916896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C314D315-6C69-40BF-98D6-60239DAB9584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D12973-9A52-4C36-8692-D3D5A08345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23084" y="654843"/>
            <a:ext cx="4259832" cy="5794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9338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F426957-CAD6-40F7-8D0C-0F353F53A097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 w="142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D12973-9A52-4C36-8692-D3D5A08345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23086" y="3139281"/>
            <a:ext cx="4259832" cy="5794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914C0286-D791-4547-B807-6782BDDD0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70015" y="6492879"/>
            <a:ext cx="2553891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C314D315-6C69-40BF-98D6-60239DAB9584}" type="slidenum">
              <a:rPr lang="ja-JP" altLang="en-US" smtClean="0"/>
              <a:pPr/>
              <a:t>‹#›</a:t>
            </a:fld>
            <a:r>
              <a:rPr lang="ja-JP" altLang="en-US"/>
              <a:t>　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365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ブランク_グレ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F426957-CAD6-40F7-8D0C-0F353F53A097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 w="142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 dirty="0"/>
          </a:p>
        </p:txBody>
      </p:sp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D6248B3F-BCFD-437A-9710-914B85C4E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70015" y="6492879"/>
            <a:ext cx="2553891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C314D315-6C69-40BF-98D6-60239DAB9584}" type="slidenum">
              <a:rPr lang="ja-JP" altLang="en-US" smtClean="0"/>
              <a:pPr/>
              <a:t>‹#›</a:t>
            </a:fld>
            <a:r>
              <a:rPr lang="ja-JP" altLang="en-US"/>
              <a:t>　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50205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ブランク_ホワイ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F426957-CAD6-40F7-8D0C-0F353F53A097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142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 dirty="0"/>
          </a:p>
        </p:txBody>
      </p:sp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D39A7A48-49E7-4231-8B86-4B160CBE7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70015" y="6492879"/>
            <a:ext cx="2553891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C314D315-6C69-40BF-98D6-60239DAB9584}" type="slidenum">
              <a:rPr lang="ja-JP" altLang="en-US" smtClean="0"/>
              <a:pPr/>
              <a:t>‹#›</a:t>
            </a:fld>
            <a:r>
              <a:rPr lang="ja-JP" altLang="en-US"/>
              <a:t>　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9298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4187AA5-C395-4659-8C44-87EB5E588690}"/>
              </a:ext>
            </a:extLst>
          </p:cNvPr>
          <p:cNvSpPr/>
          <p:nvPr userDrawn="1"/>
        </p:nvSpPr>
        <p:spPr>
          <a:xfrm>
            <a:off x="0" y="-9498"/>
            <a:ext cx="9906000" cy="9608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 dirty="0">
              <a:latin typeface="+mn-ea"/>
              <a:ea typeface="+mn-ea"/>
            </a:endParaRPr>
          </a:p>
        </p:txBody>
      </p:sp>
      <p:sp>
        <p:nvSpPr>
          <p:cNvPr id="25" name="タイトル プレースホルダー 1">
            <a:extLst>
              <a:ext uri="{FF2B5EF4-FFF2-40B4-BE49-F238E27FC236}">
                <a16:creationId xmlns:a16="http://schemas.microsoft.com/office/drawing/2014/main" id="{24D5C288-8713-40F9-A67B-BF01D8805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47" y="213066"/>
            <a:ext cx="6658490" cy="652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26" name="テキスト プレースホルダー 2">
            <a:extLst>
              <a:ext uri="{FF2B5EF4-FFF2-40B4-BE49-F238E27FC236}">
                <a16:creationId xmlns:a16="http://schemas.microsoft.com/office/drawing/2014/main" id="{D0B8BA59-FD7E-46DD-95CD-F46291349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850" y="1279969"/>
            <a:ext cx="8496300" cy="4896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kumimoji="1" lang="ja-JP" altLang="en-US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C6BB8C9-93CC-42A3-8FD0-A3185921B279}"/>
              </a:ext>
            </a:extLst>
          </p:cNvPr>
          <p:cNvSpPr/>
          <p:nvPr userDrawn="1"/>
        </p:nvSpPr>
        <p:spPr>
          <a:xfrm>
            <a:off x="2" y="140530"/>
            <a:ext cx="325040" cy="652462"/>
          </a:xfrm>
          <a:prstGeom prst="roundRect">
            <a:avLst/>
          </a:prstGeom>
          <a:solidFill>
            <a:srgbClr val="FDD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076A04D-CB44-4C4C-8A2C-143EBD27F2DF}"/>
              </a:ext>
            </a:extLst>
          </p:cNvPr>
          <p:cNvSpPr/>
          <p:nvPr userDrawn="1"/>
        </p:nvSpPr>
        <p:spPr>
          <a:xfrm>
            <a:off x="-1453" y="140530"/>
            <a:ext cx="163976" cy="65246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13"/>
          </a:p>
        </p:txBody>
      </p:sp>
      <p:sp>
        <p:nvSpPr>
          <p:cNvPr id="9" name="スライド番号プレースホルダー 5">
            <a:extLst>
              <a:ext uri="{FF2B5EF4-FFF2-40B4-BE49-F238E27FC236}">
                <a16:creationId xmlns:a16="http://schemas.microsoft.com/office/drawing/2014/main" id="{2906DFC4-3D4A-487B-98AC-A3D486423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70015" y="6492879"/>
            <a:ext cx="2553891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C314D315-6C69-40BF-98D6-60239DAB9584}" type="slidenum">
              <a:rPr lang="ja-JP" altLang="en-US" smtClean="0"/>
              <a:pPr/>
              <a:t>‹#›</a:t>
            </a:fld>
            <a:r>
              <a:rPr lang="ja-JP" altLang="en-US"/>
              <a:t>　</a:t>
            </a:r>
            <a:endParaRPr lang="ja-JP" altLang="en-US" dirty="0"/>
          </a:p>
        </p:txBody>
      </p:sp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B2B8CBE2-832A-470A-8CBD-BD444E1203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2959" y="319127"/>
            <a:ext cx="2268000" cy="36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2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66" r:id="rId3"/>
    <p:sldLayoutId id="2147483662" r:id="rId4"/>
    <p:sldLayoutId id="2147483672" r:id="rId5"/>
    <p:sldLayoutId id="2147483673" r:id="rId6"/>
    <p:sldLayoutId id="2147483675" r:id="rId7"/>
    <p:sldLayoutId id="2147483676" r:id="rId8"/>
  </p:sldLayoutIdLst>
  <p:hf hdr="0" ftr="0" dt="0"/>
  <p:txStyles>
    <p:titleStyle>
      <a:lvl1pPr algn="l" defTabSz="514346" rtl="0" eaLnBrk="1" latinLnBrk="0" hangingPunct="1">
        <a:lnSpc>
          <a:spcPct val="90000"/>
        </a:lnSpc>
        <a:spcBef>
          <a:spcPct val="0"/>
        </a:spcBef>
        <a:buNone/>
        <a:defRPr kumimoji="1" sz="240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0" indent="0" algn="l" defTabSz="514346" rtl="0" eaLnBrk="1" latinLnBrk="0" hangingPunct="1">
        <a:lnSpc>
          <a:spcPct val="140000"/>
        </a:lnSpc>
        <a:spcBef>
          <a:spcPts val="563"/>
        </a:spcBef>
        <a:buFontTx/>
        <a:buNone/>
        <a:defRPr kumimoji="1" sz="1600" kern="1200">
          <a:solidFill>
            <a:schemeClr val="tx1"/>
          </a:solidFill>
          <a:latin typeface="+mn-ea"/>
          <a:ea typeface="+mn-ea"/>
          <a:cs typeface="+mn-cs"/>
        </a:defRPr>
      </a:lvl1pPr>
      <a:lvl2pPr marL="385760" indent="-128587" algn="l" defTabSz="514346" rtl="0" eaLnBrk="1" latinLnBrk="0" hangingPunct="1">
        <a:lnSpc>
          <a:spcPct val="140000"/>
        </a:lnSpc>
        <a:spcBef>
          <a:spcPts val="281"/>
        </a:spcBef>
        <a:buFont typeface="Arial" panose="020B0604020202020204" pitchFamily="34" charset="0"/>
        <a:buChar char="•"/>
        <a:defRPr kumimoji="1" sz="1108" kern="1200">
          <a:solidFill>
            <a:schemeClr val="tx1"/>
          </a:solidFill>
          <a:latin typeface="+mn-ea"/>
          <a:ea typeface="+mn-ea"/>
          <a:cs typeface="+mn-cs"/>
        </a:defRPr>
      </a:lvl2pPr>
      <a:lvl3pPr marL="642932" indent="-128587" algn="l" defTabSz="514346" rtl="0" eaLnBrk="1" latinLnBrk="0" hangingPunct="1">
        <a:lnSpc>
          <a:spcPct val="140000"/>
        </a:lnSpc>
        <a:spcBef>
          <a:spcPts val="281"/>
        </a:spcBef>
        <a:buFont typeface="Arial" panose="020B0604020202020204" pitchFamily="34" charset="0"/>
        <a:buChar char="•"/>
        <a:defRPr kumimoji="1" sz="1108" kern="1200">
          <a:solidFill>
            <a:schemeClr val="tx1"/>
          </a:solidFill>
          <a:latin typeface="+mn-ea"/>
          <a:ea typeface="+mn-ea"/>
          <a:cs typeface="+mn-cs"/>
        </a:defRPr>
      </a:lvl3pPr>
      <a:lvl4pPr marL="900105" indent="-128587" algn="l" defTabSz="514346" rtl="0" eaLnBrk="1" latinLnBrk="0" hangingPunct="1">
        <a:lnSpc>
          <a:spcPct val="140000"/>
        </a:lnSpc>
        <a:spcBef>
          <a:spcPts val="281"/>
        </a:spcBef>
        <a:buFont typeface="Arial" panose="020B0604020202020204" pitchFamily="34" charset="0"/>
        <a:buChar char="•"/>
        <a:defRPr kumimoji="1" sz="1108" kern="1200">
          <a:solidFill>
            <a:schemeClr val="tx1"/>
          </a:solidFill>
          <a:latin typeface="+mn-ea"/>
          <a:ea typeface="+mn-ea"/>
          <a:cs typeface="+mn-cs"/>
        </a:defRPr>
      </a:lvl4pPr>
      <a:lvl5pPr marL="1157279" indent="-128587" algn="l" defTabSz="514346" rtl="0" eaLnBrk="1" latinLnBrk="0" hangingPunct="1">
        <a:lnSpc>
          <a:spcPct val="140000"/>
        </a:lnSpc>
        <a:spcBef>
          <a:spcPts val="281"/>
        </a:spcBef>
        <a:buFont typeface="Arial" panose="020B0604020202020204" pitchFamily="34" charset="0"/>
        <a:buChar char="•"/>
        <a:defRPr kumimoji="1" sz="1108" kern="1200">
          <a:solidFill>
            <a:schemeClr val="tx1"/>
          </a:solidFill>
          <a:latin typeface="+mn-ea"/>
          <a:ea typeface="+mn-ea"/>
          <a:cs typeface="+mn-cs"/>
        </a:defRPr>
      </a:lvl5pPr>
      <a:lvl6pPr marL="1414451" indent="-128587" algn="l" defTabSz="514346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25" indent="-128587" algn="l" defTabSz="514346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797" indent="-128587" algn="l" defTabSz="514346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69" indent="-128587" algn="l" defTabSz="514346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46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3" algn="l" defTabSz="514346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46" algn="l" defTabSz="514346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19" algn="l" defTabSz="514346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91" algn="l" defTabSz="514346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65" algn="l" defTabSz="514346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37" algn="l" defTabSz="514346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10" algn="l" defTabSz="514346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82" algn="l" defTabSz="514346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zenn.dev/baleenstudio/articles/what-is-a-code-review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ischool.utoronto.ca/news/obituary-brian-cantwell-smith-1950-to-2025/" TargetMode="Externa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hyperlink" Target="https://aiguide.substack.com/p/on-brian-cantwell-smith-and-the-promise" TargetMode="Externa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ワークフロー</a:t>
            </a:r>
            <a:r>
              <a:rPr kumimoji="1" lang="ja-JP" altLang="en-US" sz="2600" dirty="0"/>
              <a:t>を設計する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1300" dirty="0"/>
              <a:t>品質管理クラウド　森 大樹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1"/>
          <p:cNvSpPr txBox="1">
            <a:spLocks/>
          </p:cNvSpPr>
          <p:nvPr/>
        </p:nvSpPr>
        <p:spPr>
          <a:xfrm>
            <a:off x="697186" y="1000000"/>
            <a:ext cx="8496300" cy="4800000"/>
          </a:xfrm>
          <a:prstGeom prst="rect">
            <a:avLst/>
          </a:prstGeom>
        </p:spPr>
        <p:txBody>
          <a:bodyPr vert="horz" lIns="91440" tIns="91440" rIns="91440" bIns="91440" rtlCol="0" anchor="ctr">
            <a:normAutofit/>
          </a:bodyPr>
          <a:lstStyle>
            <a:lvl1pPr algn="ctr">
              <a:defRPr kumimoji="1" sz="2400">
                <a:solidFill>
                  <a:schemeClr val="tx1"/>
                </a:solidFill>
                <a:latin typeface="+mn-ea"/>
              </a:defRPr>
            </a:lvl1pPr>
          </a:lstStyle>
          <a:p>
            <a:r>
              <a:rPr kumimoji="1" lang="ja-JP" altLang="en-US" sz="2800" dirty="0"/>
              <a:t>AI</a:t>
            </a:r>
            <a:r>
              <a:rPr lang="ja-JP" altLang="en-US" sz="2800" dirty="0"/>
              <a:t>に</a:t>
            </a:r>
            <a:r>
              <a:rPr kumimoji="1" lang="ja-JP" altLang="en-US" sz="2800" dirty="0"/>
              <a:t>「何ができて、何をやらせるべき」か？</a:t>
            </a:r>
          </a:p>
          <a:p>
            <a:endParaRPr lang="ja-JP" altLang="en-US" dirty="0"/>
          </a:p>
          <a:p>
            <a:endParaRPr lang="ja-JP" altLang="en-US" dirty="0"/>
          </a:p>
          <a:p>
            <a:r>
              <a:rPr kumimoji="1" lang="ja-JP" altLang="en-US" sz="3200" b="1" dirty="0"/>
              <a:t>AI時代に仕事をどう設計するか</a:t>
            </a:r>
            <a:endParaRPr kumimoji="1" lang="en-US" altLang="ja-JP" sz="3200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4AAFD6A-8F69-762F-CC68-F02F57101B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5" t="2673" r="15827"/>
          <a:stretch>
            <a:fillRect/>
          </a:stretch>
        </p:blipFill>
        <p:spPr>
          <a:xfrm>
            <a:off x="7653300" y="4365104"/>
            <a:ext cx="2146032" cy="24122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807AA-1893-685C-58DA-275050603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1">
            <a:extLst>
              <a:ext uri="{FF2B5EF4-FFF2-40B4-BE49-F238E27FC236}">
                <a16:creationId xmlns:a16="http://schemas.microsoft.com/office/drawing/2014/main" id="{541267B1-6604-BF94-782E-4ECE098B8A6F}"/>
              </a:ext>
            </a:extLst>
          </p:cNvPr>
          <p:cNvSpPr txBox="1">
            <a:spLocks/>
          </p:cNvSpPr>
          <p:nvPr/>
        </p:nvSpPr>
        <p:spPr>
          <a:xfrm>
            <a:off x="0" y="1000000"/>
            <a:ext cx="9906000" cy="4800000"/>
          </a:xfrm>
          <a:prstGeom prst="rect">
            <a:avLst/>
          </a:prstGeom>
        </p:spPr>
        <p:txBody>
          <a:bodyPr vert="horz" lIns="91440" tIns="91440" rIns="91440" bIns="91440" rtlCol="0" anchor="ctr">
            <a:normAutofit/>
          </a:bodyPr>
          <a:lstStyle>
            <a:lvl1pPr algn="ctr">
              <a:defRPr kumimoji="1" sz="2400">
                <a:solidFill>
                  <a:schemeClr val="tx1"/>
                </a:solidFill>
                <a:latin typeface="+mn-ea"/>
              </a:defRPr>
            </a:lvl1pPr>
          </a:lstStyle>
          <a:p>
            <a:pPr lvl="1"/>
            <a:r>
              <a:rPr lang="ja-JP" altLang="en-US" sz="3600" dirty="0"/>
              <a:t>　　　　　　　　設計🧑‍💻</a:t>
            </a:r>
            <a:endParaRPr lang="en-US" altLang="ja-JP" sz="3600" dirty="0"/>
          </a:p>
          <a:p>
            <a:pPr lvl="1"/>
            <a:endParaRPr lang="en-US" altLang="ja-JP" sz="3600" dirty="0"/>
          </a:p>
          <a:p>
            <a:pPr lvl="1"/>
            <a:r>
              <a:rPr lang="ja-JP" altLang="en-US" sz="3600" dirty="0"/>
              <a:t>　　　　　　　　↓</a:t>
            </a:r>
            <a:r>
              <a:rPr lang="ja-JP" altLang="en-US" sz="2800" dirty="0"/>
              <a:t>判断</a:t>
            </a:r>
            <a:r>
              <a:rPr lang="ja-JP" altLang="en-US" sz="3600" dirty="0"/>
              <a:t>↓</a:t>
            </a:r>
            <a:br>
              <a:rPr lang="en-US" altLang="ja-JP" sz="3600" dirty="0"/>
            </a:br>
            <a:endParaRPr lang="en-US" altLang="ja-JP" sz="3600" dirty="0"/>
          </a:p>
          <a:p>
            <a:pPr lvl="1"/>
            <a:r>
              <a:rPr lang="ja-JP" altLang="en-US" sz="3600" dirty="0"/>
              <a:t>「</a:t>
            </a:r>
            <a:r>
              <a:rPr lang="ja-JP" altLang="en-US" sz="2800" dirty="0"/>
              <a:t>判断 🙆→ 演算 🤖→ 判断🙅 → 演算🤖→判断 🙆」</a:t>
            </a:r>
            <a:br>
              <a:rPr lang="en-US" altLang="ja-JP" dirty="0"/>
            </a:b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57738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000" dirty="0"/>
              <a:t>事例1 ドキュメント同期パイプライン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1300" dirty="0"/>
              <a:t>「作り方を作る」エンジニアリング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F4D64-0D86-B2F4-4DC2-896DC0828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3311EE5-0203-0781-85EA-E65AB89F4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" y="2024844"/>
            <a:ext cx="8496300" cy="3370709"/>
          </a:xfrm>
        </p:spPr>
        <p:txBody>
          <a:bodyPr>
            <a:normAutofit/>
          </a:bodyPr>
          <a:lstStyle/>
          <a:p>
            <a:r>
              <a:rPr kumimoji="1" lang="ja-JP" altLang="en-US" sz="1600" b="1" dirty="0"/>
              <a:t>Wiki をローカル（Git）で管理すれば何が可能になる？</a:t>
            </a:r>
            <a:endParaRPr lang="ja-JP" altLang="en-US" dirty="0"/>
          </a:p>
          <a:p>
            <a:pPr lvl="1"/>
            <a:r>
              <a:rPr kumimoji="1" lang="ja-JP" altLang="en-US" sz="1600" dirty="0"/>
              <a:t>コーディングエージェントはローカル情報に最も効率よくアクセスできる</a:t>
            </a:r>
          </a:p>
          <a:p>
            <a:pPr lvl="1"/>
            <a:r>
              <a:rPr kumimoji="1" lang="ja-JP" altLang="en-US" sz="1600" dirty="0"/>
              <a:t>Wiki を読んで既存仕様との整合性チェックができる</a:t>
            </a:r>
          </a:p>
          <a:p>
            <a:pPr lvl="1"/>
            <a:r>
              <a:rPr kumimoji="1" lang="ja-JP" altLang="en-US" sz="1600" dirty="0"/>
              <a:t>Git 管理にすれば GitHub Actions に組み込める</a:t>
            </a:r>
            <a:endParaRPr kumimoji="1" lang="en-US" altLang="ja-JP" sz="1600" dirty="0"/>
          </a:p>
          <a:p>
            <a:pPr lvl="1"/>
            <a:endParaRPr kumimoji="1" lang="en-US" altLang="ja-JP" sz="1600" dirty="0"/>
          </a:p>
          <a:p>
            <a:r>
              <a:rPr lang="ja-JP" altLang="en-US" b="1" dirty="0"/>
              <a:t>発想・方法</a:t>
            </a:r>
          </a:p>
          <a:p>
            <a:pPr lvl="1"/>
            <a:r>
              <a:rPr lang="ja-JP" altLang="en-US" sz="1600" dirty="0"/>
              <a:t>移行ツールを</a:t>
            </a:r>
            <a:r>
              <a:rPr lang="en-US" altLang="ja-JP" sz="1600" dirty="0"/>
              <a:t>AI</a:t>
            </a:r>
            <a:r>
              <a:rPr lang="ja-JP" altLang="en-US" sz="1600" dirty="0"/>
              <a:t>に作らせよう</a:t>
            </a:r>
            <a:endParaRPr lang="en-US" altLang="ja-JP" sz="1600" dirty="0"/>
          </a:p>
          <a:p>
            <a:pPr lvl="1"/>
            <a:r>
              <a:rPr kumimoji="1" lang="ja-JP" altLang="en-US" sz="1600" dirty="0"/>
              <a:t>どうやって運用するかも</a:t>
            </a:r>
            <a:r>
              <a:rPr kumimoji="1" lang="en-US" altLang="ja-JP" sz="1600" dirty="0"/>
              <a:t>AI</a:t>
            </a:r>
            <a:r>
              <a:rPr kumimoji="1" lang="ja-JP" altLang="en-US" sz="1600" dirty="0"/>
              <a:t>と考えよう</a:t>
            </a:r>
            <a:endParaRPr kumimoji="1" lang="en-US" altLang="ja-JP" sz="1600" dirty="0"/>
          </a:p>
          <a:p>
            <a:pPr marL="257173" lvl="1" indent="0">
              <a:buNone/>
            </a:pPr>
            <a:endParaRPr kumimoji="1" lang="ja-JP" altLang="en-US" sz="160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3A01FFDE-AF63-C8F1-30DD-9894BC1C8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何をしたかったか？</a:t>
            </a:r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FE6EAA3E-3920-768B-743C-2CE59EBBD0D3}"/>
              </a:ext>
            </a:extLst>
          </p:cNvPr>
          <p:cNvSpPr/>
          <p:nvPr/>
        </p:nvSpPr>
        <p:spPr>
          <a:xfrm>
            <a:off x="6033120" y="2983285"/>
            <a:ext cx="2448272" cy="864096"/>
          </a:xfrm>
          <a:prstGeom prst="wedgeRectCallout">
            <a:avLst>
              <a:gd name="adj1" fmla="val -42448"/>
              <a:gd name="adj2" fmla="val -67308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AI</a:t>
            </a:r>
            <a:r>
              <a:rPr lang="ja-JP" altLang="en-US" dirty="0"/>
              <a:t>フレンドリーな</a:t>
            </a:r>
            <a:endParaRPr lang="en-US" altLang="ja-JP" dirty="0"/>
          </a:p>
          <a:p>
            <a:pPr algn="ctr"/>
            <a:r>
              <a:rPr lang="ja-JP" altLang="en-US" dirty="0"/>
              <a:t>環境づくり</a:t>
            </a:r>
            <a:endParaRPr kumimoji="1" lang="ja-JP" altLang="en-US" dirty="0"/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EF177DB4-079B-37D0-7336-8BD1DBDCD6F7}"/>
              </a:ext>
            </a:extLst>
          </p:cNvPr>
          <p:cNvSpPr/>
          <p:nvPr/>
        </p:nvSpPr>
        <p:spPr>
          <a:xfrm>
            <a:off x="4967064" y="4272886"/>
            <a:ext cx="2736304" cy="864096"/>
          </a:xfrm>
          <a:prstGeom prst="wedgeRectCallout">
            <a:avLst>
              <a:gd name="adj1" fmla="val -62616"/>
              <a:gd name="adj2" fmla="val 2534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ドキュメントが腐らない運用を考える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073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77477-9C47-4C23-E886-9CA14EF63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87F4FFFA-717C-2077-443C-0E519FF16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" y="1282426"/>
            <a:ext cx="8496300" cy="5371113"/>
          </a:xfrm>
        </p:spPr>
        <p:txBody>
          <a:bodyPr>
            <a:normAutofit/>
          </a:bodyPr>
          <a:lstStyle/>
          <a:p>
            <a:r>
              <a:rPr lang="ja-JP" altLang="en-US" sz="1800" b="1" dirty="0"/>
              <a:t>制約:</a:t>
            </a:r>
            <a:endParaRPr kumimoji="1" lang="en-US" altLang="ja-JP" sz="1800" dirty="0"/>
          </a:p>
          <a:p>
            <a:pPr lvl="1"/>
            <a:r>
              <a:rPr kumimoji="1" lang="ja-JP" altLang="en-US" sz="1800" dirty="0"/>
              <a:t>GROWI </a:t>
            </a:r>
            <a:r>
              <a:rPr lang="ja-JP" altLang="en-US" sz="1800" dirty="0"/>
              <a:t>は </a:t>
            </a:r>
            <a:r>
              <a:rPr kumimoji="1" lang="ja-JP" altLang="en-US" sz="1800" dirty="0"/>
              <a:t>社内 </a:t>
            </a:r>
            <a:r>
              <a:rPr lang="ja-JP" altLang="en-US" sz="1800" dirty="0"/>
              <a:t>ネットワークからしかアクセス不可</a:t>
            </a:r>
            <a:r>
              <a:rPr kumimoji="1" lang="ja-JP" altLang="en-US" sz="1800" dirty="0"/>
              <a:t>       </a:t>
            </a:r>
            <a:br>
              <a:rPr kumimoji="1" lang="en-US" altLang="ja-JP" sz="1800" dirty="0"/>
            </a:br>
            <a:endParaRPr kumimoji="1" lang="ja-JP" altLang="en-US" sz="1800" dirty="0"/>
          </a:p>
          <a:p>
            <a:pPr lvl="1"/>
            <a:r>
              <a:rPr kumimoji="1" lang="ja-JP" altLang="en-US" sz="1800" dirty="0"/>
              <a:t>Git 画像でリポジトリが重くなる   </a:t>
            </a:r>
            <a:br>
              <a:rPr kumimoji="1" lang="en-US" altLang="ja-JP" sz="1800" dirty="0"/>
            </a:br>
            <a:endParaRPr kumimoji="1" lang="ja-JP" altLang="en-US" sz="1800" dirty="0"/>
          </a:p>
          <a:p>
            <a:pPr lvl="1"/>
            <a:r>
              <a:rPr kumimoji="1" lang="ja-JP" altLang="en-US" sz="1800" dirty="0"/>
              <a:t>Blob に格納する手順が面倒   </a:t>
            </a:r>
            <a:br>
              <a:rPr kumimoji="1" lang="en-US" altLang="ja-JP" sz="1800" dirty="0"/>
            </a:br>
            <a:endParaRPr lang="en-US" altLang="ja-JP" sz="1800" dirty="0"/>
          </a:p>
          <a:p>
            <a:pPr lvl="1"/>
            <a:endParaRPr kumimoji="1" lang="en-US" altLang="ja-JP" sz="1800" dirty="0"/>
          </a:p>
          <a:p>
            <a:pPr lvl="1"/>
            <a:r>
              <a:rPr lang="ja-JP" altLang="en-US" sz="1800" dirty="0"/>
              <a:t>品質管理部の方が</a:t>
            </a:r>
            <a:r>
              <a:rPr lang="en-US" altLang="ja-JP" sz="1800" dirty="0"/>
              <a:t>Wiki</a:t>
            </a:r>
            <a:r>
              <a:rPr lang="ja-JP" altLang="en-US" sz="1800" dirty="0"/>
              <a:t>編集したい場合は？</a:t>
            </a:r>
            <a:endParaRPr lang="en-US" altLang="ja-JP" sz="1800" dirty="0"/>
          </a:p>
          <a:p>
            <a:pPr lvl="1"/>
            <a:r>
              <a:rPr lang="ja-JP" altLang="en-US" sz="1800" dirty="0"/>
              <a:t>仕様ページ（</a:t>
            </a:r>
            <a:r>
              <a:rPr lang="en-US" altLang="ja-JP" sz="1800" dirty="0"/>
              <a:t>193</a:t>
            </a:r>
            <a:r>
              <a:rPr lang="ja-JP" altLang="en-US" sz="1800" dirty="0"/>
              <a:t>ページ） の移行はどうする？</a:t>
            </a:r>
            <a:endParaRPr lang="en-US" altLang="ja-JP" sz="1800" dirty="0"/>
          </a:p>
          <a:p>
            <a:pPr marL="257173" lvl="1" indent="0">
              <a:buNone/>
            </a:pPr>
            <a:endParaRPr lang="en-US" altLang="ja-JP" sz="1800" dirty="0"/>
          </a:p>
          <a:p>
            <a:pPr marL="257173" lvl="1" indent="0">
              <a:buNone/>
            </a:pPr>
            <a:endParaRPr lang="en-US" altLang="ja-JP" sz="180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8FCC6D1-762E-B32E-373A-7A37977C8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制約：何を気にする必要があったか</a:t>
            </a:r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9540A863-1177-CF01-189A-8FCE7188CCD9}"/>
              </a:ext>
            </a:extLst>
          </p:cNvPr>
          <p:cNvSpPr/>
          <p:nvPr/>
        </p:nvSpPr>
        <p:spPr>
          <a:xfrm>
            <a:off x="5169024" y="2276872"/>
            <a:ext cx="2808312" cy="468052"/>
          </a:xfrm>
          <a:prstGeom prst="wedgeRectCallout">
            <a:avLst>
              <a:gd name="adj1" fmla="val -38958"/>
              <a:gd name="adj2" fmla="val -95147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ja-JP" altLang="en-US" dirty="0"/>
              <a:t>selfhost ランナー</a:t>
            </a: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BEE6FA36-D461-1B8F-13B0-81FACDC1A0B7}"/>
              </a:ext>
            </a:extLst>
          </p:cNvPr>
          <p:cNvSpPr/>
          <p:nvPr/>
        </p:nvSpPr>
        <p:spPr>
          <a:xfrm>
            <a:off x="4340932" y="3105779"/>
            <a:ext cx="3456384" cy="654615"/>
          </a:xfrm>
          <a:prstGeom prst="wedgeRectCallout">
            <a:avLst>
              <a:gd name="adj1" fmla="val -46061"/>
              <a:gd name="adj2" fmla="val -86766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ja-JP" altLang="en-US" dirty="0"/>
              <a:t>Azure Blob ストレージに</a:t>
            </a:r>
            <a:br>
              <a:rPr lang="en-US" altLang="ja-JP" dirty="0"/>
            </a:br>
            <a:r>
              <a:rPr lang="ja-JP" altLang="en-US" dirty="0"/>
              <a:t>保存してリンクを張る</a:t>
            </a: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BBF654A3-3036-F8AC-A16E-4520E0072BA0}"/>
              </a:ext>
            </a:extLst>
          </p:cNvPr>
          <p:cNvSpPr/>
          <p:nvPr/>
        </p:nvSpPr>
        <p:spPr>
          <a:xfrm>
            <a:off x="2972780" y="3967982"/>
            <a:ext cx="3456384" cy="654615"/>
          </a:xfrm>
          <a:prstGeom prst="wedgeRectCallout">
            <a:avLst>
              <a:gd name="adj1" fmla="val -31775"/>
              <a:gd name="adj2" fmla="val -92353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ja-JP" altLang="en-US" dirty="0"/>
              <a:t>CLI スクリプト </a:t>
            </a:r>
            <a:br>
              <a:rPr lang="en-US" altLang="ja-JP" dirty="0"/>
            </a:br>
            <a:r>
              <a:rPr lang="ja-JP" altLang="en-US" dirty="0"/>
              <a:t>+ ショートカットで実行</a:t>
            </a: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727F26EB-507B-D8E8-8B66-38959370A888}"/>
              </a:ext>
            </a:extLst>
          </p:cNvPr>
          <p:cNvSpPr/>
          <p:nvPr/>
        </p:nvSpPr>
        <p:spPr>
          <a:xfrm>
            <a:off x="2021009" y="5650486"/>
            <a:ext cx="3557956" cy="576273"/>
          </a:xfrm>
          <a:prstGeom prst="wedgeRectCallout">
            <a:avLst>
              <a:gd name="adj1" fmla="val -34431"/>
              <a:gd name="adj2" fmla="val -93330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ja-JP" dirty="0" err="1"/>
              <a:t>Growi</a:t>
            </a:r>
            <a:r>
              <a:rPr lang="ja-JP" altLang="en-US" dirty="0"/>
              <a:t>からリポジトリへの</a:t>
            </a:r>
            <a:br>
              <a:rPr lang="en-US" altLang="ja-JP" dirty="0"/>
            </a:br>
            <a:r>
              <a:rPr lang="ja-JP" altLang="en-US" dirty="0"/>
              <a:t>取り込みツール</a:t>
            </a: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3BDD8B27-C3DA-BA08-1C19-5573ECACAE25}"/>
              </a:ext>
            </a:extLst>
          </p:cNvPr>
          <p:cNvSpPr/>
          <p:nvPr/>
        </p:nvSpPr>
        <p:spPr>
          <a:xfrm>
            <a:off x="6084316" y="5840919"/>
            <a:ext cx="3726253" cy="853559"/>
          </a:xfrm>
          <a:prstGeom prst="wedgeRectCallout">
            <a:avLst>
              <a:gd name="adj1" fmla="val -35657"/>
              <a:gd name="adj2" fmla="val -97615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57173" lvl="1" indent="0">
              <a:buNone/>
            </a:pPr>
            <a:r>
              <a:rPr lang="ja-JP" altLang="en-US" dirty="0"/>
              <a:t>仕組みを決めてしまえば、</a:t>
            </a:r>
            <a:br>
              <a:rPr lang="en-US" altLang="ja-JP" dirty="0"/>
            </a:br>
            <a:r>
              <a:rPr lang="en-US" altLang="ja-JP" dirty="0"/>
              <a:t>AI</a:t>
            </a:r>
            <a:r>
              <a:rPr lang="ja-JP" altLang="en-US" dirty="0"/>
              <a:t>🤖がサクッと実装してくれる</a:t>
            </a: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20424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0A4F3-BB96-ABB7-A25D-F8274FBEC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2E755C0-E1FD-D13E-6468-F84AB7CB41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566" b="-732"/>
          <a:stretch>
            <a:fillRect/>
          </a:stretch>
        </p:blipFill>
        <p:spPr>
          <a:xfrm>
            <a:off x="1338474" y="2875712"/>
            <a:ext cx="7458660" cy="1944216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2A6ACB0A-06E7-B93F-A4B2-73267D18B8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51" b="33315"/>
          <a:stretch>
            <a:fillRect/>
          </a:stretch>
        </p:blipFill>
        <p:spPr>
          <a:xfrm>
            <a:off x="1223670" y="4775575"/>
            <a:ext cx="7458660" cy="2030926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6B1BCE6B-B974-89F0-C145-B0F41947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何を作った？　</a:t>
            </a:r>
            <a:br>
              <a:rPr kumimoji="1" lang="en-US" altLang="ja-JP" dirty="0"/>
            </a:br>
            <a:r>
              <a:rPr kumimoji="1" lang="ja-JP" altLang="en-US" dirty="0"/>
              <a:t>①</a:t>
            </a:r>
            <a:r>
              <a:rPr lang="ja-JP" altLang="en-US" dirty="0"/>
              <a:t>ローカルから</a:t>
            </a:r>
            <a:r>
              <a:rPr lang="en-US" altLang="ja-JP" dirty="0" err="1"/>
              <a:t>Growi</a:t>
            </a:r>
            <a:r>
              <a:rPr lang="ja-JP" altLang="en-US" dirty="0"/>
              <a:t>を更新するための</a:t>
            </a:r>
            <a:r>
              <a:rPr lang="en-US" altLang="ja-JP" dirty="0"/>
              <a:t>CLI</a:t>
            </a:r>
            <a:r>
              <a:rPr lang="ja-JP" altLang="en-US" dirty="0"/>
              <a:t>ツール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41B5B65-B564-20F1-EABD-9CB9998A81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731"/>
          <a:stretch>
            <a:fillRect/>
          </a:stretch>
        </p:blipFill>
        <p:spPr>
          <a:xfrm>
            <a:off x="1223670" y="1029671"/>
            <a:ext cx="7458660" cy="1784075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5D2B02A-60EA-5976-757D-17D36F6D62D5}"/>
              </a:ext>
            </a:extLst>
          </p:cNvPr>
          <p:cNvSpPr/>
          <p:nvPr/>
        </p:nvSpPr>
        <p:spPr>
          <a:xfrm>
            <a:off x="6350933" y="1881094"/>
            <a:ext cx="1662407" cy="863829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0B2DF3A-D093-6067-19BC-BD3B9589347D}"/>
              </a:ext>
            </a:extLst>
          </p:cNvPr>
          <p:cNvSpPr/>
          <p:nvPr/>
        </p:nvSpPr>
        <p:spPr>
          <a:xfrm>
            <a:off x="1424608" y="5209514"/>
            <a:ext cx="1692188" cy="528915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D86E73C4-19CC-A03B-D671-42F658BA1E0F}"/>
              </a:ext>
            </a:extLst>
          </p:cNvPr>
          <p:cNvSpPr/>
          <p:nvPr/>
        </p:nvSpPr>
        <p:spPr>
          <a:xfrm>
            <a:off x="4448941" y="6043925"/>
            <a:ext cx="618861" cy="775123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889B584-EF3B-6AD0-C92F-8FBECA8EB41B}"/>
              </a:ext>
            </a:extLst>
          </p:cNvPr>
          <p:cNvSpPr/>
          <p:nvPr/>
        </p:nvSpPr>
        <p:spPr>
          <a:xfrm>
            <a:off x="1424608" y="2946676"/>
            <a:ext cx="1701024" cy="159154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34ECBDC-5D0E-6CCD-4D3B-96029381A264}"/>
              </a:ext>
            </a:extLst>
          </p:cNvPr>
          <p:cNvSpPr/>
          <p:nvPr/>
        </p:nvSpPr>
        <p:spPr>
          <a:xfrm>
            <a:off x="6350933" y="3092118"/>
            <a:ext cx="764475" cy="721187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5B37F24-3F62-1A6A-18F2-F2339234382E}"/>
              </a:ext>
            </a:extLst>
          </p:cNvPr>
          <p:cNvSpPr/>
          <p:nvPr/>
        </p:nvSpPr>
        <p:spPr>
          <a:xfrm>
            <a:off x="3884686" y="4066273"/>
            <a:ext cx="1747373" cy="629501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7CA2F306-6387-0A48-12E8-C12B4F9B26F3}"/>
              </a:ext>
            </a:extLst>
          </p:cNvPr>
          <p:cNvSpPr/>
          <p:nvPr/>
        </p:nvSpPr>
        <p:spPr>
          <a:xfrm>
            <a:off x="1415772" y="1648486"/>
            <a:ext cx="1701024" cy="159154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D56BD1F-8B6C-FB95-02A5-D3D5D3B0CA8A}"/>
              </a:ext>
            </a:extLst>
          </p:cNvPr>
          <p:cNvSpPr/>
          <p:nvPr/>
        </p:nvSpPr>
        <p:spPr>
          <a:xfrm>
            <a:off x="1424608" y="4988082"/>
            <a:ext cx="1701024" cy="159154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190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9E254-E99D-BA44-F8C7-33C2A2D7A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75FFB37-601C-560C-CF7A-5414F9915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850" y="1880828"/>
            <a:ext cx="8496300" cy="4658826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E288EF09-2924-4D6D-BD7E-6B7213BCE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何を作った？</a:t>
            </a:r>
            <a:br>
              <a:rPr kumimoji="1" lang="en-US" altLang="ja-JP" dirty="0"/>
            </a:br>
            <a:r>
              <a:rPr kumimoji="1" lang="ja-JP" altLang="en-US" dirty="0"/>
              <a:t>②</a:t>
            </a:r>
            <a:r>
              <a:rPr lang="en-US" altLang="ja-JP" dirty="0"/>
              <a:t>PUSH</a:t>
            </a:r>
            <a:r>
              <a:rPr lang="ja-JP" altLang="en-US" dirty="0"/>
              <a:t>したら</a:t>
            </a:r>
            <a:r>
              <a:rPr lang="en-US" altLang="ja-JP" dirty="0" err="1"/>
              <a:t>Growi</a:t>
            </a:r>
            <a:r>
              <a:rPr lang="ja-JP" altLang="en-US" dirty="0"/>
              <a:t>に同期する </a:t>
            </a:r>
            <a:r>
              <a:rPr lang="en-US" altLang="ja-JP" dirty="0" err="1"/>
              <a:t>Github</a:t>
            </a:r>
            <a:r>
              <a:rPr lang="en-US" altLang="ja-JP" dirty="0"/>
              <a:t> Actions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E7140A9-0E55-6B3A-0406-8696AE2F946C}"/>
              </a:ext>
            </a:extLst>
          </p:cNvPr>
          <p:cNvSpPr txBox="1"/>
          <p:nvPr/>
        </p:nvSpPr>
        <p:spPr>
          <a:xfrm>
            <a:off x="560512" y="1232756"/>
            <a:ext cx="4951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/>
              <a:t>運用フロー</a:t>
            </a:r>
            <a:endParaRPr lang="ja-JP" altLang="en-US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E2341F91-C46A-1F63-343A-B51A671A2736}"/>
              </a:ext>
            </a:extLst>
          </p:cNvPr>
          <p:cNvSpPr/>
          <p:nvPr/>
        </p:nvSpPr>
        <p:spPr>
          <a:xfrm>
            <a:off x="1344062" y="2312877"/>
            <a:ext cx="1448698" cy="432048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F580F91-BBFE-E155-5823-7590908F87ED}"/>
              </a:ext>
            </a:extLst>
          </p:cNvPr>
          <p:cNvSpPr/>
          <p:nvPr/>
        </p:nvSpPr>
        <p:spPr>
          <a:xfrm>
            <a:off x="1344062" y="4443989"/>
            <a:ext cx="1520706" cy="432048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FADF93C5-F85F-A0F9-685D-BD30A17C7C9C}"/>
              </a:ext>
            </a:extLst>
          </p:cNvPr>
          <p:cNvSpPr/>
          <p:nvPr/>
        </p:nvSpPr>
        <p:spPr>
          <a:xfrm>
            <a:off x="1308058" y="3378433"/>
            <a:ext cx="1520706" cy="432048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1317749-1F72-25FE-73D1-01C917EE31D2}"/>
              </a:ext>
            </a:extLst>
          </p:cNvPr>
          <p:cNvSpPr/>
          <p:nvPr/>
        </p:nvSpPr>
        <p:spPr>
          <a:xfrm>
            <a:off x="3620852" y="4454825"/>
            <a:ext cx="1520706" cy="432048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8AA5CE4-83D4-328C-3E4E-55A78DCEA00F}"/>
              </a:ext>
            </a:extLst>
          </p:cNvPr>
          <p:cNvSpPr/>
          <p:nvPr/>
        </p:nvSpPr>
        <p:spPr>
          <a:xfrm>
            <a:off x="1424608" y="5509544"/>
            <a:ext cx="1520706" cy="547747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2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何が良かったか？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2685930-C837-0D54-8400-06198893FC92}"/>
              </a:ext>
            </a:extLst>
          </p:cNvPr>
          <p:cNvSpPr txBox="1"/>
          <p:nvPr/>
        </p:nvSpPr>
        <p:spPr>
          <a:xfrm>
            <a:off x="581142" y="1353809"/>
            <a:ext cx="861908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ja-JP" altLang="en-US" sz="2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仕様</a:t>
            </a:r>
            <a:r>
              <a:rPr lang="ja-JP" altLang="en-US" sz="2000" b="1" dirty="0"/>
              <a:t>ドキュメントを Git 管理</a:t>
            </a:r>
            <a:endParaRPr lang="en-US" altLang="ja-JP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移行作業はほぼ一瞬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ja-JP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ja-JP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2000" b="1" dirty="0"/>
              <a:t>仕様をコードから AI で生成 </a:t>
            </a:r>
            <a:endParaRPr lang="en-US" altLang="ja-JP" sz="20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ja-JP" altLang="en-US" sz="2000" b="1" dirty="0"/>
              <a:t>→ 過程でバグも発見</a:t>
            </a:r>
            <a:endParaRPr lang="en-US" altLang="ja-JP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ja-JP" alt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コミット履歴で貢献が見える</a:t>
            </a:r>
            <a:endParaRPr lang="en-US" altLang="ja-JP" sz="2000" dirty="0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8957AAA6-B194-7F8F-8665-2C8B4FF4A582}"/>
              </a:ext>
            </a:extLst>
          </p:cNvPr>
          <p:cNvSpPr/>
          <p:nvPr/>
        </p:nvSpPr>
        <p:spPr>
          <a:xfrm>
            <a:off x="3799187" y="2932045"/>
            <a:ext cx="4178149" cy="525207"/>
          </a:xfrm>
          <a:prstGeom prst="wedgeRectCallout">
            <a:avLst>
              <a:gd name="adj1" fmla="val -43886"/>
              <a:gd name="adj2" fmla="val -74072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193 ファイルの移行が一瞬で完了</a:t>
            </a:r>
            <a:endParaRPr kumimoji="1" lang="ja-JP" altLang="en-US" dirty="0"/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F760B43F-9B03-FBD1-5433-B2DB7E4C89A0}"/>
              </a:ext>
            </a:extLst>
          </p:cNvPr>
          <p:cNvSpPr/>
          <p:nvPr/>
        </p:nvSpPr>
        <p:spPr>
          <a:xfrm>
            <a:off x="4890683" y="3925955"/>
            <a:ext cx="3557541" cy="621138"/>
          </a:xfrm>
          <a:prstGeom prst="wedgeRectCallout">
            <a:avLst>
              <a:gd name="adj1" fmla="val -62716"/>
              <a:gd name="adj2" fmla="val -25833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S</a:t>
            </a:r>
            <a:r>
              <a:rPr lang="en-US" altLang="ja-JP" dirty="0"/>
              <a:t>ingle </a:t>
            </a:r>
            <a:r>
              <a:rPr lang="ja-JP" altLang="en-US" dirty="0"/>
              <a:t>S</a:t>
            </a:r>
            <a:r>
              <a:rPr lang="en-US" altLang="ja-JP" dirty="0" err="1"/>
              <a:t>ourse</a:t>
            </a:r>
            <a:r>
              <a:rPr lang="en-US" altLang="ja-JP" dirty="0"/>
              <a:t> </a:t>
            </a:r>
            <a:r>
              <a:rPr lang="ja-JP" altLang="en-US" dirty="0"/>
              <a:t>O</a:t>
            </a:r>
            <a:r>
              <a:rPr lang="en-US" altLang="ja-JP" dirty="0"/>
              <a:t>f </a:t>
            </a:r>
            <a:r>
              <a:rPr lang="ja-JP" altLang="en-US" dirty="0"/>
              <a:t>T</a:t>
            </a:r>
            <a:r>
              <a:rPr lang="en-US" altLang="ja-JP" dirty="0" err="1"/>
              <a:t>rueth</a:t>
            </a:r>
            <a:r>
              <a:rPr lang="ja-JP" altLang="en-US" dirty="0"/>
              <a:t> の恩恵</a:t>
            </a:r>
            <a:endParaRPr kumimoji="1" lang="ja-JP" altLang="en-US" dirty="0"/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F834D801-626B-6896-86CD-78A50E36DCA8}"/>
              </a:ext>
            </a:extLst>
          </p:cNvPr>
          <p:cNvSpPr/>
          <p:nvPr/>
        </p:nvSpPr>
        <p:spPr>
          <a:xfrm>
            <a:off x="3799187" y="5505267"/>
            <a:ext cx="4649038" cy="494013"/>
          </a:xfrm>
          <a:prstGeom prst="wedgeRectCallout">
            <a:avLst>
              <a:gd name="adj1" fmla="val -37515"/>
              <a:gd name="adj2" fmla="val -119721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エンジニアの心得：小さなことに感謝する</a:t>
            </a:r>
            <a:endParaRPr kumimoji="1" lang="ja-JP" altLang="en-US" dirty="0"/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2B72902B-5C0F-2045-CCF6-BC852865D506}"/>
              </a:ext>
            </a:extLst>
          </p:cNvPr>
          <p:cNvSpPr/>
          <p:nvPr/>
        </p:nvSpPr>
        <p:spPr>
          <a:xfrm>
            <a:off x="4580378" y="2102587"/>
            <a:ext cx="4178149" cy="525207"/>
          </a:xfrm>
          <a:prstGeom prst="wedgeRectCallout">
            <a:avLst>
              <a:gd name="adj1" fmla="val -43886"/>
              <a:gd name="adj2" fmla="val -74072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コード↔ドキュメントの連携が可能に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>
          <a:xfrm>
            <a:off x="308484" y="1282426"/>
            <a:ext cx="8892666" cy="5371113"/>
          </a:xfrm>
        </p:spPr>
        <p:txBody>
          <a:bodyPr>
            <a:normAutofit/>
          </a:bodyPr>
          <a:lstStyle/>
          <a:p>
            <a:pPr marL="257173" lvl="1" indent="0" algn="ctr">
              <a:buNone/>
            </a:pPr>
            <a:endParaRPr lang="en-US" altLang="ja-JP" sz="1600" dirty="0"/>
          </a:p>
          <a:p>
            <a:pPr marL="257173" lvl="1" indent="0">
              <a:buNone/>
            </a:pPr>
            <a:r>
              <a:rPr lang="ja-JP" altLang="en-US" sz="2000" dirty="0"/>
              <a:t>　　</a:t>
            </a:r>
            <a:r>
              <a:rPr lang="ja-JP" altLang="en-US" sz="2600" dirty="0"/>
              <a:t>設計🧑‍💻　　　　   設計🧑‍💻　　     　　   　設計🧑‍💻</a:t>
            </a:r>
            <a:br>
              <a:rPr lang="en-US" altLang="ja-JP" sz="2600" dirty="0"/>
            </a:br>
            <a:r>
              <a:rPr lang="ja-JP" altLang="en-US" sz="2000" dirty="0"/>
              <a:t>　　 ↓ 作業</a:t>
            </a:r>
            <a:r>
              <a:rPr lang="ja-JP" altLang="en-US" sz="1700" b="1" dirty="0">
                <a:solidFill>
                  <a:srgbClr val="FDD000"/>
                </a:solidFill>
              </a:rPr>
              <a:t>フロー</a:t>
            </a:r>
            <a:r>
              <a:rPr lang="ja-JP" altLang="en-US" sz="1700" dirty="0"/>
              <a:t>を</a:t>
            </a:r>
            <a:r>
              <a:rPr lang="ja-JP" altLang="en-US" sz="1800" dirty="0"/>
              <a:t>設計</a:t>
            </a:r>
            <a:r>
              <a:rPr lang="ja-JP" altLang="en-US" sz="1700" dirty="0"/>
              <a:t>　</a:t>
            </a:r>
            <a:r>
              <a:rPr lang="ja-JP" altLang="en-US" sz="2000" dirty="0"/>
              <a:t>    ↓　　　　　　　　   　　       ↓</a:t>
            </a:r>
            <a:endParaRPr lang="en-US" altLang="ja-JP" sz="2000" dirty="0"/>
          </a:p>
          <a:p>
            <a:pPr marL="257173" lvl="1" indent="0">
              <a:buNone/>
            </a:pPr>
            <a:r>
              <a:rPr lang="ja-JP" altLang="en-US" sz="2000" dirty="0"/>
              <a:t>　　 ↓　　　　　　            ↓</a:t>
            </a:r>
            <a:r>
              <a:rPr lang="ja-JP" altLang="en-US" sz="1400" dirty="0"/>
              <a:t>ツールを作成</a:t>
            </a:r>
            <a:r>
              <a:rPr lang="ja-JP" altLang="en-US" sz="1800" dirty="0"/>
              <a:t>🤖</a:t>
            </a:r>
            <a:r>
              <a:rPr lang="ja-JP" altLang="en-US" sz="1200" dirty="0"/>
              <a:t>　　　　　　　　</a:t>
            </a:r>
            <a:r>
              <a:rPr lang="ja-JP" altLang="en-US" sz="1900" dirty="0"/>
              <a:t>          ↓</a:t>
            </a:r>
            <a:r>
              <a:rPr lang="ja-JP" altLang="en-US" sz="1300" dirty="0"/>
              <a:t>ツールを作成</a:t>
            </a:r>
            <a:r>
              <a:rPr lang="ja-JP" altLang="en-US" sz="1700" dirty="0"/>
              <a:t>🤖</a:t>
            </a:r>
            <a:endParaRPr lang="en-US" altLang="ja-JP" sz="2000" dirty="0"/>
          </a:p>
          <a:p>
            <a:pPr marL="257173" lvl="1" indent="0">
              <a:buNone/>
            </a:pPr>
            <a:r>
              <a:rPr lang="ja-JP" altLang="en-US" sz="2000" dirty="0"/>
              <a:t> 　</a:t>
            </a:r>
            <a:r>
              <a:rPr lang="ja-JP" altLang="en-US" sz="2400" dirty="0"/>
              <a:t>🧑‍💻</a:t>
            </a:r>
            <a:r>
              <a:rPr lang="ja-JP" altLang="en-US" sz="1600" dirty="0"/>
              <a:t>このページを取込みたい→ 取り込み🛠️→</a:t>
            </a:r>
            <a:r>
              <a:rPr lang="ja-JP" altLang="en-US" sz="2400" dirty="0"/>
              <a:t>🧑‍💻</a:t>
            </a:r>
            <a:r>
              <a:rPr lang="ja-JP" altLang="en-US" sz="1600" dirty="0"/>
              <a:t>変更してプッシュ →</a:t>
            </a:r>
            <a:r>
              <a:rPr lang="en-US" altLang="ja-JP" sz="1600" dirty="0" err="1"/>
              <a:t>Growi</a:t>
            </a:r>
            <a:r>
              <a:rPr lang="ja-JP" altLang="en-US" sz="1600" dirty="0"/>
              <a:t>同期🛠️</a:t>
            </a:r>
            <a:endParaRPr kumimoji="1" lang="en-US" altLang="ja-JP" sz="1600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作り方を作る　</a:t>
            </a:r>
            <a:r>
              <a:rPr lang="ja-JP" altLang="en-US" sz="2000" dirty="0"/>
              <a:t>エンジニアリング エンジニアリング</a:t>
            </a:r>
            <a:endParaRPr lang="ja-JP" altLang="en-US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BE5C731-1148-FC00-2B0A-B52D1A379F98}"/>
              </a:ext>
            </a:extLst>
          </p:cNvPr>
          <p:cNvSpPr/>
          <p:nvPr/>
        </p:nvSpPr>
        <p:spPr>
          <a:xfrm>
            <a:off x="596516" y="1628800"/>
            <a:ext cx="8604956" cy="2340260"/>
          </a:xfrm>
          <a:prstGeom prst="roundRect">
            <a:avLst/>
          </a:prstGeom>
          <a:noFill/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AEF935F-3859-1001-6E13-67C04C0B9ABD}"/>
              </a:ext>
            </a:extLst>
          </p:cNvPr>
          <p:cNvSpPr/>
          <p:nvPr/>
        </p:nvSpPr>
        <p:spPr>
          <a:xfrm>
            <a:off x="834734" y="3248980"/>
            <a:ext cx="8128520" cy="540060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820ED7B-9C27-7360-4C2E-06C96C63070C}"/>
              </a:ext>
            </a:extLst>
          </p:cNvPr>
          <p:cNvSpPr txBox="1"/>
          <p:nvPr/>
        </p:nvSpPr>
        <p:spPr>
          <a:xfrm>
            <a:off x="834734" y="1097760"/>
            <a:ext cx="8128520" cy="369332"/>
          </a:xfrm>
          <a:prstGeom prst="rect">
            <a:avLst/>
          </a:prstGeom>
          <a:solidFill>
            <a:srgbClr val="FDD000"/>
          </a:solidFill>
        </p:spPr>
        <p:txBody>
          <a:bodyPr wrap="square">
            <a:spAutoFit/>
          </a:bodyPr>
          <a:lstStyle/>
          <a:p>
            <a:pPr marL="257173" lvl="1" indent="0">
              <a:buNone/>
            </a:pPr>
            <a:r>
              <a:rPr lang="ja-JP" altLang="en-US" dirty="0"/>
              <a:t>↓課題</a:t>
            </a:r>
            <a:r>
              <a:rPr lang="ja-JP" altLang="en-US" sz="1800" dirty="0"/>
              <a:t>や制約をもとに仕組みを設計する過程＝</a:t>
            </a:r>
            <a:r>
              <a:rPr lang="ja-JP" altLang="en-US" sz="1800" b="1" dirty="0"/>
              <a:t>エンジニアリング</a:t>
            </a:r>
            <a:r>
              <a:rPr lang="ja-JP" altLang="en-US" sz="1800" dirty="0"/>
              <a:t>そのもの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DB0C843-FD48-DFE9-7E6A-E1265A0FA85F}"/>
              </a:ext>
            </a:extLst>
          </p:cNvPr>
          <p:cNvSpPr txBox="1"/>
          <p:nvPr/>
        </p:nvSpPr>
        <p:spPr>
          <a:xfrm>
            <a:off x="429960" y="4222310"/>
            <a:ext cx="81370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人間は</a:t>
            </a:r>
            <a:r>
              <a:rPr lang="ja-JP" altLang="en-US" sz="2000" b="1" dirty="0"/>
              <a:t>チームの作業フローを設計</a:t>
            </a:r>
            <a:r>
              <a:rPr lang="ja-JP" altLang="en-US" sz="2000" dirty="0"/>
              <a:t>する</a:t>
            </a:r>
            <a:endParaRPr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lvl="2"/>
            <a:endParaRPr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人間はフローに必要なツールの</a:t>
            </a:r>
            <a:r>
              <a:rPr lang="ja-JP" altLang="en-US" sz="2000" b="1" dirty="0"/>
              <a:t>設計</a:t>
            </a:r>
            <a:r>
              <a:rPr lang="ja-JP" altLang="en-US" sz="2000" dirty="0"/>
              <a:t>🧑‍💻をする</a:t>
            </a:r>
            <a:endParaRPr lang="en-US" altLang="ja-JP" sz="1600" dirty="0"/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E2B65AC3-E513-C4C4-D3C1-BA67D8068DC9}"/>
              </a:ext>
            </a:extLst>
          </p:cNvPr>
          <p:cNvSpPr/>
          <p:nvPr/>
        </p:nvSpPr>
        <p:spPr>
          <a:xfrm>
            <a:off x="190072" y="5883307"/>
            <a:ext cx="6114969" cy="665664"/>
          </a:xfrm>
          <a:prstGeom prst="wedgeRectCallout">
            <a:avLst>
              <a:gd name="adj1" fmla="val 27765"/>
              <a:gd name="adj2" fmla="val -104319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ja-JP" dirty="0" err="1"/>
              <a:t>Growi</a:t>
            </a:r>
            <a:r>
              <a:rPr lang="ja-JP" altLang="en-US" dirty="0"/>
              <a:t>からの取り込みや、</a:t>
            </a:r>
            <a:r>
              <a:rPr lang="en-US" altLang="ja-JP" dirty="0" err="1"/>
              <a:t>Growi</a:t>
            </a:r>
            <a:r>
              <a:rPr lang="ja-JP" altLang="en-US" dirty="0"/>
              <a:t>への反映は</a:t>
            </a:r>
            <a:br>
              <a:rPr lang="en-US" altLang="ja-JP" dirty="0"/>
            </a:br>
            <a:r>
              <a:rPr lang="ja-JP" altLang="en-US" b="1" dirty="0"/>
              <a:t>決定論的処理</a:t>
            </a:r>
            <a:r>
              <a:rPr lang="ja-JP" altLang="en-US" dirty="0"/>
              <a:t>なので、</a:t>
            </a:r>
            <a:r>
              <a:rPr lang="en-US" altLang="ja-JP" dirty="0"/>
              <a:t>AI</a:t>
            </a:r>
            <a:r>
              <a:rPr lang="ja-JP" altLang="en-US" dirty="0"/>
              <a:t>🤖ではなく</a:t>
            </a:r>
            <a:r>
              <a:rPr lang="ja-JP" altLang="en-US" b="1" dirty="0"/>
              <a:t>ツール</a:t>
            </a:r>
            <a:r>
              <a:rPr lang="ja-JP" altLang="en-US" dirty="0"/>
              <a:t>🛠️にする</a:t>
            </a:r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C5688C61-11E0-84E8-F7E1-E3017329BBC8}"/>
              </a:ext>
            </a:extLst>
          </p:cNvPr>
          <p:cNvSpPr/>
          <p:nvPr/>
        </p:nvSpPr>
        <p:spPr>
          <a:xfrm>
            <a:off x="6645188" y="5718077"/>
            <a:ext cx="3070740" cy="926286"/>
          </a:xfrm>
          <a:prstGeom prst="wedgeRectCallout">
            <a:avLst>
              <a:gd name="adj1" fmla="val -65395"/>
              <a:gd name="adj2" fmla="val 7660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ja-JP" altLang="en-US" b="1" dirty="0"/>
              <a:t>決定性</a:t>
            </a:r>
            <a:r>
              <a:rPr lang="ja-JP" altLang="en-US" dirty="0"/>
              <a:t>が高い処理は</a:t>
            </a:r>
            <a:br>
              <a:rPr lang="en-US" altLang="ja-JP" dirty="0"/>
            </a:br>
            <a:r>
              <a:rPr lang="en-US" altLang="ja-JP" dirty="0"/>
              <a:t>AI</a:t>
            </a:r>
            <a:r>
              <a:rPr lang="ja-JP" altLang="en-US" dirty="0"/>
              <a:t>にやらせると非効率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39CDC394-D4E8-0D55-30FE-2E5EE40AB328}"/>
              </a:ext>
            </a:extLst>
          </p:cNvPr>
          <p:cNvSpPr/>
          <p:nvPr/>
        </p:nvSpPr>
        <p:spPr>
          <a:xfrm>
            <a:off x="2072680" y="4689141"/>
            <a:ext cx="5328592" cy="396044"/>
          </a:xfrm>
          <a:prstGeom prst="wedgeRectCallout">
            <a:avLst>
              <a:gd name="adj1" fmla="val -25259"/>
              <a:gd name="adj2" fmla="val -87925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ja-JP" altLang="en-US" dirty="0"/>
              <a:t>制約の中で課題を解決する仕組みを考える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sz="2600" dirty="0"/>
              <a:t>事例2　AIレビューワークフロー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1300" dirty="0"/>
              <a:t>「作るための仕組みを作る</a:t>
            </a:r>
            <a:r>
              <a:rPr lang="ja-JP" altLang="en-US" dirty="0"/>
              <a:t>」</a:t>
            </a:r>
            <a:endParaRPr kumimoji="1" lang="en-US" altLang="ja-JP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BEBEC-AF90-B5CB-023A-A9CF0A81E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ED4CDC0-E09E-F8AB-DBC0-554DEBA37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139" y="1676206"/>
            <a:ext cx="8496300" cy="3116527"/>
          </a:xfrm>
        </p:spPr>
        <p:txBody>
          <a:bodyPr>
            <a:normAutofit lnSpcReduction="10000"/>
          </a:bodyPr>
          <a:lstStyle/>
          <a:p>
            <a:r>
              <a:rPr lang="en-US" altLang="ja-JP" b="1" dirty="0"/>
              <a:t>AI</a:t>
            </a:r>
            <a:r>
              <a:rPr lang="ja-JP" altLang="en-US" b="1" dirty="0"/>
              <a:t>が優秀になったことで陥りがちな状況</a:t>
            </a:r>
            <a:endParaRPr kumimoji="1" lang="ja-JP" altLang="en-US" dirty="0"/>
          </a:p>
          <a:p>
            <a:pPr lvl="1"/>
            <a:r>
              <a:rPr lang="en-US" altLang="ja-JP" sz="1600" dirty="0"/>
              <a:t>AI</a:t>
            </a:r>
            <a:r>
              <a:rPr lang="ja-JP" altLang="en-US" sz="1800" dirty="0"/>
              <a:t>🤖</a:t>
            </a:r>
            <a:r>
              <a:rPr lang="ja-JP" altLang="en-US" sz="1600" dirty="0"/>
              <a:t>が出力した実装を、</a:t>
            </a:r>
            <a:br>
              <a:rPr lang="en-US" altLang="ja-JP" sz="1600" dirty="0"/>
            </a:br>
            <a:r>
              <a:rPr lang="ja-JP" altLang="en-US" sz="1600" dirty="0"/>
              <a:t>筆者</a:t>
            </a:r>
            <a:r>
              <a:rPr lang="ja-JP" altLang="en-US" sz="1800" dirty="0"/>
              <a:t>🧑‍💻</a:t>
            </a:r>
            <a:r>
              <a:rPr lang="ja-JP" altLang="en-US" sz="1600" dirty="0"/>
              <a:t>が「動いてるから」でレビューに出してくる</a:t>
            </a:r>
            <a:endParaRPr lang="en-US" altLang="ja-JP" sz="1600" dirty="0"/>
          </a:p>
          <a:p>
            <a:pPr lvl="1"/>
            <a:endParaRPr lang="en-US" altLang="ja-JP" sz="1600" dirty="0"/>
          </a:p>
          <a:p>
            <a:pPr lvl="1"/>
            <a:endParaRPr lang="en-US" altLang="ja-JP" sz="1600" dirty="0"/>
          </a:p>
          <a:p>
            <a:pPr lvl="1"/>
            <a:endParaRPr lang="en-US" altLang="ja-JP" sz="1600" dirty="0"/>
          </a:p>
          <a:p>
            <a:pPr lvl="1"/>
            <a:r>
              <a:rPr lang="en-US" altLang="ja-JP" sz="1600" dirty="0"/>
              <a:t>AI</a:t>
            </a:r>
            <a:r>
              <a:rPr lang="ja-JP" altLang="en-US" sz="1800" dirty="0"/>
              <a:t>🤖</a:t>
            </a:r>
            <a:r>
              <a:rPr lang="ja-JP" altLang="en-US" sz="1600" dirty="0"/>
              <a:t>が出した指摘を</a:t>
            </a:r>
            <a:br>
              <a:rPr lang="en-US" altLang="ja-JP" sz="1600" dirty="0"/>
            </a:br>
            <a:r>
              <a:rPr lang="ja-JP" altLang="en-US" sz="1600" dirty="0"/>
              <a:t>レビュワー</a:t>
            </a:r>
            <a:r>
              <a:rPr lang="ja-JP" altLang="en-US" sz="1800" dirty="0"/>
              <a:t>🧑‍💻</a:t>
            </a:r>
            <a:r>
              <a:rPr lang="ja-JP" altLang="en-US" sz="1600" dirty="0"/>
              <a:t>が理解もせずにたくさん指摘してくる</a:t>
            </a:r>
            <a:endParaRPr lang="en-US" altLang="ja-JP" sz="1600" dirty="0"/>
          </a:p>
          <a:p>
            <a:endParaRPr lang="en-US" altLang="ja-JP" sz="1500" b="1" dirty="0"/>
          </a:p>
          <a:p>
            <a:endParaRPr lang="en-US" altLang="ja-JP" sz="1500" b="1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08BC273-5357-6783-E7B8-42ECEF62A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AI</a:t>
            </a:r>
            <a:r>
              <a:rPr kumimoji="1" lang="ja-JP" altLang="en-US" dirty="0"/>
              <a:t>レビューアンチパターン</a:t>
            </a:r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DD005DB7-4D6B-EF47-15A3-96224F1BC6C7}"/>
              </a:ext>
            </a:extLst>
          </p:cNvPr>
          <p:cNvSpPr/>
          <p:nvPr/>
        </p:nvSpPr>
        <p:spPr>
          <a:xfrm>
            <a:off x="4287218" y="1497352"/>
            <a:ext cx="3996444" cy="576064"/>
          </a:xfrm>
          <a:prstGeom prst="wedgeRectCallout">
            <a:avLst>
              <a:gd name="adj1" fmla="val -35884"/>
              <a:gd name="adj2" fmla="val 99644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これが良くないのは</a:t>
            </a:r>
            <a:endParaRPr lang="en-US" altLang="ja-JP" dirty="0"/>
          </a:p>
          <a:p>
            <a:pPr algn="ctr"/>
            <a:r>
              <a:rPr lang="en-US" altLang="ja-JP" dirty="0"/>
              <a:t>AI</a:t>
            </a:r>
            <a:r>
              <a:rPr lang="ja-JP" altLang="en-US" dirty="0"/>
              <a:t>が</a:t>
            </a:r>
            <a:r>
              <a:rPr lang="ja-JP" altLang="en-US" b="1" dirty="0"/>
              <a:t>間違うからではない</a:t>
            </a:r>
            <a:endParaRPr kumimoji="1" lang="ja-JP" altLang="en-US" b="1" dirty="0"/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A560663D-FB43-3686-5229-521018B76E29}"/>
              </a:ext>
            </a:extLst>
          </p:cNvPr>
          <p:cNvSpPr/>
          <p:nvPr/>
        </p:nvSpPr>
        <p:spPr>
          <a:xfrm>
            <a:off x="2848683" y="3623207"/>
            <a:ext cx="4608512" cy="412451"/>
          </a:xfrm>
          <a:prstGeom prst="wedgeRectCallout">
            <a:avLst>
              <a:gd name="adj1" fmla="val -33424"/>
              <a:gd name="adj2" fmla="val 108121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AI</a:t>
            </a:r>
            <a:r>
              <a:rPr lang="ja-JP" altLang="en-US" dirty="0"/>
              <a:t>が優秀なことによる無力感もわかるが</a:t>
            </a:r>
            <a:r>
              <a:rPr lang="en-US" altLang="ja-JP" dirty="0"/>
              <a:t>…</a:t>
            </a:r>
            <a:endParaRPr kumimoji="1" lang="ja-JP" altLang="en-US" dirty="0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58FEA702-B3EC-24B4-B000-3A235D6472C0}"/>
              </a:ext>
            </a:extLst>
          </p:cNvPr>
          <p:cNvSpPr/>
          <p:nvPr/>
        </p:nvSpPr>
        <p:spPr>
          <a:xfrm>
            <a:off x="922236" y="4875502"/>
            <a:ext cx="4608512" cy="657806"/>
          </a:xfrm>
          <a:prstGeom prst="wedgeRectCallout">
            <a:avLst>
              <a:gd name="adj1" fmla="val 23717"/>
              <a:gd name="adj2" fmla="val -92142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そもそも、設計とは</a:t>
            </a:r>
            <a:r>
              <a:rPr lang="ja-JP" altLang="en-US" b="1" dirty="0"/>
              <a:t>トレードオフ</a:t>
            </a:r>
            <a:r>
              <a:rPr lang="ja-JP" altLang="en-US" dirty="0"/>
              <a:t>である</a:t>
            </a:r>
            <a:endParaRPr kumimoji="1" lang="ja-JP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AC5BAFBD-272A-4930-DC2D-7697C068A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901" y="4360601"/>
            <a:ext cx="2471439" cy="2497399"/>
          </a:xfrm>
          <a:prstGeom prst="rect">
            <a:avLst/>
          </a:prstGeom>
        </p:spPr>
      </p:pic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65D7BD06-718C-927A-8481-F2B463650092}"/>
              </a:ext>
            </a:extLst>
          </p:cNvPr>
          <p:cNvSpPr/>
          <p:nvPr/>
        </p:nvSpPr>
        <p:spPr>
          <a:xfrm>
            <a:off x="922236" y="3002856"/>
            <a:ext cx="7505442" cy="406151"/>
          </a:xfrm>
          <a:prstGeom prst="wedgeRectCallout">
            <a:avLst>
              <a:gd name="adj1" fmla="val 13195"/>
              <a:gd name="adj2" fmla="val -100521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/>
              <a:t>Opus4.5 GPT5.4</a:t>
            </a:r>
            <a:r>
              <a:rPr lang="ja-JP" altLang="en-US" dirty="0"/>
              <a:t>以降は、</a:t>
            </a:r>
            <a:r>
              <a:rPr lang="ja-JP" altLang="en-US" b="1" dirty="0"/>
              <a:t>適切なコンテキストがあれば</a:t>
            </a:r>
            <a:r>
              <a:rPr lang="en-US" altLang="ja-JP" dirty="0"/>
              <a:t>AI</a:t>
            </a:r>
            <a:r>
              <a:rPr lang="ja-JP" altLang="en-US" dirty="0"/>
              <a:t>の方が優秀</a:t>
            </a: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367FB952-2915-A9EE-9EB5-9DEC421F01E4}"/>
              </a:ext>
            </a:extLst>
          </p:cNvPr>
          <p:cNvSpPr/>
          <p:nvPr/>
        </p:nvSpPr>
        <p:spPr>
          <a:xfrm>
            <a:off x="2648744" y="5583459"/>
            <a:ext cx="4608512" cy="483814"/>
          </a:xfrm>
          <a:prstGeom prst="wedgeRectCallout">
            <a:avLst>
              <a:gd name="adj1" fmla="val 15981"/>
              <a:gd name="adj2" fmla="val -166904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コンテキストがある＝</a:t>
            </a:r>
            <a:r>
              <a:rPr lang="ja-JP" altLang="en-US" b="1" dirty="0"/>
              <a:t>言語化済み</a:t>
            </a:r>
            <a:endParaRPr lang="en-US" altLang="ja-JP" b="1" dirty="0"/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C9FCF677-D9AE-B5FA-5DC8-139C23D90715}"/>
              </a:ext>
            </a:extLst>
          </p:cNvPr>
          <p:cNvSpPr/>
          <p:nvPr/>
        </p:nvSpPr>
        <p:spPr>
          <a:xfrm>
            <a:off x="668524" y="6237312"/>
            <a:ext cx="6084676" cy="483814"/>
          </a:xfrm>
          <a:prstGeom prst="wedgeRectCallout">
            <a:avLst>
              <a:gd name="adj1" fmla="val 24711"/>
              <a:gd name="adj2" fmla="val -89415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言語化できていれば実行しやすいのは</a:t>
            </a:r>
            <a:r>
              <a:rPr lang="en-US" altLang="ja-JP" dirty="0"/>
              <a:t>AI</a:t>
            </a:r>
            <a:r>
              <a:rPr lang="ja-JP" altLang="en-US" dirty="0"/>
              <a:t>以前から普通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0649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4" grpId="0" animBg="1"/>
      <p:bldP spid="15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7D5CE-45C4-4493-B02B-14F2B07C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66F64C8-4673-CA69-9497-CAB870961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" y="1282427"/>
            <a:ext cx="8496300" cy="5062898"/>
          </a:xfrm>
        </p:spPr>
        <p:txBody>
          <a:bodyPr>
            <a:normAutofit/>
          </a:bodyPr>
          <a:lstStyle/>
          <a:p>
            <a:r>
              <a:rPr lang="ja-JP" altLang="en-US" sz="1500" b="1" dirty="0"/>
              <a:t>レビューの役割とは</a:t>
            </a:r>
            <a:endParaRPr kumimoji="1" lang="ja-JP" altLang="en-US" sz="1500" b="1" dirty="0"/>
          </a:p>
          <a:p>
            <a:pPr lvl="1"/>
            <a:r>
              <a:rPr kumimoji="1" lang="ja-JP" altLang="en-US" sz="1500" dirty="0"/>
              <a:t>自動化可能な欠陥検出は前段（リンタ・自動テスト・静的解析）へ</a:t>
            </a:r>
            <a:endParaRPr kumimoji="1" lang="en-US" altLang="ja-JP" sz="1500" dirty="0"/>
          </a:p>
          <a:p>
            <a:pPr lvl="2"/>
            <a:r>
              <a:rPr lang="ja-JP" altLang="en-US" sz="1500" dirty="0"/>
              <a:t>そもそも</a:t>
            </a:r>
            <a:r>
              <a:rPr lang="ja-JP" altLang="en-US" sz="1500" b="1" dirty="0"/>
              <a:t>シフトレフトできる設計が重要</a:t>
            </a:r>
            <a:endParaRPr kumimoji="1" lang="en-US" altLang="ja-JP" sz="1500" b="1" dirty="0"/>
          </a:p>
          <a:p>
            <a:pPr lvl="1"/>
            <a:endParaRPr kumimoji="1" lang="en-US" altLang="ja-JP" sz="1500" dirty="0"/>
          </a:p>
          <a:p>
            <a:pPr lvl="1"/>
            <a:r>
              <a:rPr kumimoji="1" lang="ja-JP" altLang="en-US" sz="1500" dirty="0"/>
              <a:t>レビューは</a:t>
            </a:r>
            <a:r>
              <a:rPr lang="ja-JP" altLang="en-US" sz="1600" dirty="0"/>
              <a:t>コードが体現する</a:t>
            </a:r>
            <a:r>
              <a:rPr lang="ja-JP" altLang="en-US" sz="1600" b="1" dirty="0"/>
              <a:t>設計判断とその影響をチームで共有する</a:t>
            </a:r>
            <a:r>
              <a:rPr lang="ja-JP" altLang="en-US" sz="1600" dirty="0"/>
              <a:t>営み</a:t>
            </a:r>
            <a:endParaRPr lang="en-US" altLang="ja-JP" sz="1600" dirty="0"/>
          </a:p>
          <a:p>
            <a:pPr lvl="2"/>
            <a:r>
              <a:rPr lang="ja-JP" altLang="en-US" sz="1600" dirty="0">
                <a:hlinkClick r:id="rId2"/>
              </a:rPr>
              <a:t>コードレビューとは何か</a:t>
            </a:r>
            <a:endParaRPr lang="ja-JP" altLang="en-US" dirty="0"/>
          </a:p>
          <a:p>
            <a:endParaRPr kumimoji="1" lang="en-US" altLang="ja-JP" sz="1500" b="1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04133B6-A5AB-3F26-2D16-637FD059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コードレビューとはなにか</a:t>
            </a:r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3A59DE33-D126-C231-E3BF-474DCAEC23B2}"/>
              </a:ext>
            </a:extLst>
          </p:cNvPr>
          <p:cNvSpPr/>
          <p:nvPr/>
        </p:nvSpPr>
        <p:spPr>
          <a:xfrm>
            <a:off x="4625947" y="1160748"/>
            <a:ext cx="4791549" cy="418381"/>
          </a:xfrm>
          <a:prstGeom prst="wedgeRectCallout">
            <a:avLst>
              <a:gd name="adj1" fmla="val -30394"/>
              <a:gd name="adj2" fmla="val 92960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コードレビューの主目的はバグ探しではない</a:t>
            </a:r>
            <a:endParaRPr kumimoji="1" lang="ja-JP" altLang="en-US" dirty="0"/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FA339FD4-48B1-4592-5A5B-540E56D3F7FD}"/>
              </a:ext>
            </a:extLst>
          </p:cNvPr>
          <p:cNvSpPr/>
          <p:nvPr/>
        </p:nvSpPr>
        <p:spPr>
          <a:xfrm>
            <a:off x="5171792" y="2204864"/>
            <a:ext cx="4245704" cy="418381"/>
          </a:xfrm>
          <a:prstGeom prst="wedgeRectCallout">
            <a:avLst>
              <a:gd name="adj1" fmla="val -55334"/>
              <a:gd name="adj2" fmla="val -42545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レビューで見つかるのは基本遅すぎる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B8CD875-903B-1BE8-4DB9-BD3DA67DC8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884" y="3173607"/>
            <a:ext cx="5972116" cy="3665385"/>
          </a:xfrm>
          <a:prstGeom prst="rect">
            <a:avLst/>
          </a:prstGeom>
        </p:spPr>
      </p:pic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E6758EA2-9155-EB32-0494-88E39F9FEC6E}"/>
              </a:ext>
            </a:extLst>
          </p:cNvPr>
          <p:cNvSpPr/>
          <p:nvPr/>
        </p:nvSpPr>
        <p:spPr>
          <a:xfrm>
            <a:off x="235004" y="4132484"/>
            <a:ext cx="4245704" cy="599465"/>
          </a:xfrm>
          <a:prstGeom prst="wedgeRectCallout">
            <a:avLst>
              <a:gd name="adj1" fmla="val 72380"/>
              <a:gd name="adj2" fmla="val 190672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最初から「仕様」は満たしている</a:t>
            </a:r>
            <a:endParaRPr lang="en-US" altLang="ja-JP" dirty="0"/>
          </a:p>
          <a:p>
            <a:pPr algn="ctr"/>
            <a:r>
              <a:rPr kumimoji="1" lang="ja-JP" altLang="en-US" dirty="0"/>
              <a:t>≒テストが通る</a:t>
            </a:r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5DF79FB3-EC7B-4B54-6599-A0CE222BF1F6}"/>
              </a:ext>
            </a:extLst>
          </p:cNvPr>
          <p:cNvSpPr/>
          <p:nvPr/>
        </p:nvSpPr>
        <p:spPr>
          <a:xfrm>
            <a:off x="235004" y="5718525"/>
            <a:ext cx="4390943" cy="821550"/>
          </a:xfrm>
          <a:prstGeom prst="wedgeRectCallout">
            <a:avLst>
              <a:gd name="adj1" fmla="val 59085"/>
              <a:gd name="adj2" fmla="val -15310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コード＝製品の実体　</a:t>
            </a:r>
            <a:r>
              <a:rPr lang="ja-JP" altLang="en-US" dirty="0"/>
              <a:t>を</a:t>
            </a:r>
            <a:endParaRPr kumimoji="1" lang="en-US" altLang="ja-JP" dirty="0"/>
          </a:p>
          <a:p>
            <a:pPr algn="ctr"/>
            <a:r>
              <a:rPr lang="ja-JP" altLang="en-US" dirty="0"/>
              <a:t>　</a:t>
            </a:r>
            <a:r>
              <a:rPr lang="ja-JP" altLang="en-US" b="1" dirty="0"/>
              <a:t>人間の頭の中に落とし込む必要</a:t>
            </a:r>
            <a:endParaRPr kumimoji="1" lang="en-US" altLang="ja-JP" b="1" dirty="0"/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40F6B41B-FB55-FAFF-31F9-761A45684DB1}"/>
              </a:ext>
            </a:extLst>
          </p:cNvPr>
          <p:cNvSpPr/>
          <p:nvPr/>
        </p:nvSpPr>
        <p:spPr>
          <a:xfrm>
            <a:off x="235004" y="4874901"/>
            <a:ext cx="4245704" cy="700672"/>
          </a:xfrm>
          <a:prstGeom prst="wedgeRectCallout">
            <a:avLst>
              <a:gd name="adj1" fmla="val 68504"/>
              <a:gd name="adj2" fmla="val 61278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自然言語で記述される「仕様」は</a:t>
            </a:r>
            <a:endParaRPr lang="en-US" altLang="ja-JP" dirty="0"/>
          </a:p>
          <a:p>
            <a:pPr algn="ctr"/>
            <a:r>
              <a:rPr lang="ja-JP" altLang="en-US" dirty="0"/>
              <a:t>漠然としがち</a:t>
            </a:r>
            <a:endParaRPr kumimoji="1" lang="ja-JP" altLang="en-US" dirty="0"/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D3EB9524-7945-93C1-1114-AF4FD47DD42C}"/>
              </a:ext>
            </a:extLst>
          </p:cNvPr>
          <p:cNvSpPr/>
          <p:nvPr/>
        </p:nvSpPr>
        <p:spPr>
          <a:xfrm>
            <a:off x="4124908" y="3140911"/>
            <a:ext cx="2952328" cy="418381"/>
          </a:xfrm>
          <a:prstGeom prst="wedgeRectCallout">
            <a:avLst>
              <a:gd name="adj1" fmla="val -62402"/>
              <a:gd name="adj2" fmla="val -1020"/>
            </a:avLst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メンタルモデル</a:t>
            </a:r>
            <a:r>
              <a:rPr lang="ja-JP" altLang="en-US" dirty="0"/>
              <a:t>の形成</a:t>
            </a:r>
            <a:endParaRPr kumimoji="1" lang="ja-JP" altLang="en-US" dirty="0"/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F5D7A409-B102-4522-11BE-6D27C88F50F5}"/>
              </a:ext>
            </a:extLst>
          </p:cNvPr>
          <p:cNvSpPr/>
          <p:nvPr/>
        </p:nvSpPr>
        <p:spPr>
          <a:xfrm>
            <a:off x="1392607" y="2387784"/>
            <a:ext cx="3341602" cy="389574"/>
          </a:xfrm>
          <a:prstGeom prst="wedgeRectCallout">
            <a:avLst>
              <a:gd name="adj1" fmla="val 30010"/>
              <a:gd name="adj2" fmla="val -64401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バグ探しの本丸は別の課題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953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583550A-9C68-C809-801C-80DF108611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5260"/>
          <a:stretch>
            <a:fillRect/>
          </a:stretch>
        </p:blipFill>
        <p:spPr>
          <a:xfrm>
            <a:off x="780948" y="1772816"/>
            <a:ext cx="7859222" cy="1800200"/>
          </a:xfrm>
          <a:prstGeom prst="rect">
            <a:avLst/>
          </a:prstGeo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卍俺流</a:t>
            </a:r>
            <a:r>
              <a:rPr kumimoji="1" lang="ja-JP" altLang="en-US" dirty="0"/>
              <a:t>最強レビューワークフロー卍：実践</a:t>
            </a:r>
          </a:p>
        </p:txBody>
      </p:sp>
      <p:sp>
        <p:nvSpPr>
          <p:cNvPr id="6" name="コンテンツ プレースホルダー 3">
            <a:extLst>
              <a:ext uri="{FF2B5EF4-FFF2-40B4-BE49-F238E27FC236}">
                <a16:creationId xmlns:a16="http://schemas.microsoft.com/office/drawing/2014/main" id="{C947FA0E-370B-9205-63E1-ED8D33C3FD3A}"/>
              </a:ext>
            </a:extLst>
          </p:cNvPr>
          <p:cNvSpPr txBox="1">
            <a:spLocks/>
          </p:cNvSpPr>
          <p:nvPr/>
        </p:nvSpPr>
        <p:spPr>
          <a:xfrm>
            <a:off x="704850" y="1282427"/>
            <a:ext cx="8496300" cy="4894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514346" rtl="0" eaLnBrk="1" latinLnBrk="0" hangingPunct="1">
              <a:lnSpc>
                <a:spcPct val="140000"/>
              </a:lnSpc>
              <a:spcBef>
                <a:spcPts val="563"/>
              </a:spcBef>
              <a:buFontTx/>
              <a:buNone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85760" indent="-128587" algn="l" defTabSz="514346" rtl="0" eaLnBrk="1" latinLnBrk="0" hangingPunct="1">
              <a:lnSpc>
                <a:spcPct val="14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kumimoji="1" sz="1108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642932" indent="-128587" algn="l" defTabSz="514346" rtl="0" eaLnBrk="1" latinLnBrk="0" hangingPunct="1">
              <a:lnSpc>
                <a:spcPct val="14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kumimoji="1" sz="1108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900105" indent="-128587" algn="l" defTabSz="514346" rtl="0" eaLnBrk="1" latinLnBrk="0" hangingPunct="1">
              <a:lnSpc>
                <a:spcPct val="14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kumimoji="1" sz="1108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157279" indent="-128587" algn="l" defTabSz="514346" rtl="0" eaLnBrk="1" latinLnBrk="0" hangingPunct="1">
              <a:lnSpc>
                <a:spcPct val="14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kumimoji="1" sz="1108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414451" indent="-128587" algn="l" defTabSz="514346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kumimoji="1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25" indent="-128587" algn="l" defTabSz="514346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kumimoji="1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97" indent="-128587" algn="l" defTabSz="514346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kumimoji="1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69" indent="-128587" algn="l" defTabSz="514346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kumimoji="1"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Copilot CLI</a:t>
            </a:r>
            <a:r>
              <a:rPr lang="ja-JP" altLang="en-US" dirty="0"/>
              <a:t>を起動（</a:t>
            </a:r>
            <a:r>
              <a:rPr lang="en-US" altLang="ja-JP" dirty="0"/>
              <a:t>Claude Code</a:t>
            </a:r>
            <a:r>
              <a:rPr lang="ja-JP" altLang="en-US" dirty="0"/>
              <a:t>でも可）</a:t>
            </a:r>
            <a:endParaRPr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AA21D1D-4EA0-A8E6-C371-22C2CE587400}"/>
              </a:ext>
            </a:extLst>
          </p:cNvPr>
          <p:cNvSpPr txBox="1"/>
          <p:nvPr/>
        </p:nvSpPr>
        <p:spPr>
          <a:xfrm>
            <a:off x="780948" y="3813855"/>
            <a:ext cx="7772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# </a:t>
            </a:r>
            <a:r>
              <a:rPr lang="ja-JP" altLang="en-US" dirty="0"/>
              <a:t>スキル実行</a:t>
            </a:r>
            <a:r>
              <a:rPr lang="en-US" altLang="ja-JP" dirty="0"/>
              <a:t> </a:t>
            </a:r>
            <a:r>
              <a:rPr lang="en-US" altLang="ja-JP" dirty="0">
                <a:highlight>
                  <a:srgbClr val="FDD000"/>
                </a:highlight>
              </a:rPr>
              <a:t>/peer-review</a:t>
            </a:r>
            <a:r>
              <a:rPr lang="ja-JP" altLang="en-US" dirty="0"/>
              <a:t>　→　エージェント🤖がレビューを開始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C6DBCCD-2083-B397-85C8-B3CB96200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48" y="4258794"/>
            <a:ext cx="9259592" cy="19433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EF0C8-9FB4-6E68-5627-B9FE0B652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57467288-6E0A-C50B-F995-8DDD0B47C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実践例</a:t>
            </a:r>
          </a:p>
        </p:txBody>
      </p:sp>
      <p:sp>
        <p:nvSpPr>
          <p:cNvPr id="13" name="コンテンツ プレースホルダー 12">
            <a:extLst>
              <a:ext uri="{FF2B5EF4-FFF2-40B4-BE49-F238E27FC236}">
                <a16:creationId xmlns:a16="http://schemas.microsoft.com/office/drawing/2014/main" id="{7EC33228-5A56-DFF1-DC9C-11F2E64CC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104" y="1279567"/>
            <a:ext cx="8496300" cy="4894536"/>
          </a:xfrm>
        </p:spPr>
        <p:txBody>
          <a:bodyPr/>
          <a:lstStyle/>
          <a:p>
            <a:endParaRPr lang="ja-JP" altLang="en-US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2ADB9A0-BB6C-31D4-4A7C-148B893D7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16" y="2331233"/>
            <a:ext cx="2553056" cy="1381318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CC289118-D9E7-B21F-BC04-C7DCBBBB1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079" y="3132230"/>
            <a:ext cx="7488832" cy="3302575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185FB3B-AD72-52DA-7CB2-11C89E453F4A}"/>
              </a:ext>
            </a:extLst>
          </p:cNvPr>
          <p:cNvSpPr txBox="1"/>
          <p:nvPr/>
        </p:nvSpPr>
        <p:spPr>
          <a:xfrm>
            <a:off x="3026786" y="2408566"/>
            <a:ext cx="3852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シェルスクリプト</a:t>
            </a:r>
            <a:r>
              <a:rPr lang="ja-JP" altLang="en-US" dirty="0"/>
              <a:t>🛠️</a:t>
            </a:r>
            <a:endParaRPr kumimoji="1" lang="en-US" altLang="ja-JP" dirty="0"/>
          </a:p>
          <a:p>
            <a:r>
              <a:rPr kumimoji="1" lang="ja-JP" altLang="en-US" dirty="0"/>
              <a:t>でベースブランチとの差分を収集</a:t>
            </a:r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C1EAAB7E-CAF5-F3DB-1926-566D2719A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04" y="1289879"/>
            <a:ext cx="3248478" cy="790685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6A8CD5C-A387-8BEC-FB32-2CC163AA90B9}"/>
              </a:ext>
            </a:extLst>
          </p:cNvPr>
          <p:cNvSpPr txBox="1"/>
          <p:nvPr/>
        </p:nvSpPr>
        <p:spPr>
          <a:xfrm>
            <a:off x="3672366" y="1315889"/>
            <a:ext cx="5313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←レビュー用ワークスペースディレクトリ</a:t>
            </a:r>
            <a:br>
              <a:rPr kumimoji="1" lang="en-US" altLang="ja-JP" dirty="0"/>
            </a:br>
            <a:r>
              <a:rPr kumimoji="1" lang="en-US" altLang="ja-JP" sz="1400" dirty="0"/>
              <a:t>※</a:t>
            </a:r>
            <a:r>
              <a:rPr kumimoji="1" lang="en-US" altLang="ja-JP" sz="1400" dirty="0" err="1"/>
              <a:t>gitignore</a:t>
            </a:r>
            <a:r>
              <a:rPr kumimoji="1" lang="ja-JP" altLang="en-US" sz="1400" dirty="0"/>
              <a:t>に入れてるし、もちろん</a:t>
            </a:r>
            <a:r>
              <a:rPr kumimoji="1" lang="en-US" altLang="ja-JP" sz="1400" dirty="0" err="1"/>
              <a:t>worktree</a:t>
            </a:r>
            <a:r>
              <a:rPr kumimoji="1" lang="ja-JP" altLang="en-US" sz="1400" dirty="0"/>
              <a:t>なら</a:t>
            </a:r>
            <a:r>
              <a:rPr lang="ja-JP" altLang="en-US" sz="1400" dirty="0"/>
              <a:t>勝手</a:t>
            </a:r>
            <a:r>
              <a:rPr kumimoji="1" lang="ja-JP" altLang="en-US" sz="1400" dirty="0"/>
              <a:t>に消える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0642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65206-52AA-6C96-F47E-455ED25B5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2F45F9D3-FA06-2679-6636-C8772B9A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実践例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901CF3F-765F-312F-E94E-3B9512AB8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68" y="1440883"/>
            <a:ext cx="9222306" cy="509674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EE9730A-68C8-417B-2D86-1CE6EBB31331}"/>
              </a:ext>
            </a:extLst>
          </p:cNvPr>
          <p:cNvSpPr txBox="1"/>
          <p:nvPr/>
        </p:nvSpPr>
        <p:spPr>
          <a:xfrm>
            <a:off x="596516" y="1071551"/>
            <a:ext cx="5004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↓</a:t>
            </a:r>
            <a:r>
              <a:rPr lang="ja-JP" altLang="en-US" dirty="0"/>
              <a:t>🤖仕様情報収集して</a:t>
            </a:r>
            <a:r>
              <a:rPr lang="en-US" altLang="ja-JP" dirty="0"/>
              <a:t>md</a:t>
            </a:r>
            <a:r>
              <a:rPr lang="ja-JP" altLang="en-US" dirty="0"/>
              <a:t>ファイルにまとめる</a:t>
            </a:r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D42FEAA-6948-C33C-2933-3D9DA9919CE0}"/>
              </a:ext>
            </a:extLst>
          </p:cNvPr>
          <p:cNvSpPr/>
          <p:nvPr/>
        </p:nvSpPr>
        <p:spPr>
          <a:xfrm>
            <a:off x="429954" y="1661200"/>
            <a:ext cx="1138670" cy="255632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D3890E9-5AD4-7994-33B0-B2CCBCE28431}"/>
              </a:ext>
            </a:extLst>
          </p:cNvPr>
          <p:cNvSpPr/>
          <p:nvPr/>
        </p:nvSpPr>
        <p:spPr>
          <a:xfrm>
            <a:off x="452500" y="2420888"/>
            <a:ext cx="1210678" cy="255632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2BB2B74-96B5-30CD-DA07-38632C3CC51B}"/>
              </a:ext>
            </a:extLst>
          </p:cNvPr>
          <p:cNvSpPr/>
          <p:nvPr/>
        </p:nvSpPr>
        <p:spPr>
          <a:xfrm>
            <a:off x="452500" y="3959153"/>
            <a:ext cx="1210678" cy="255632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73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11E11-4560-97F3-BF44-816A2A55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28CC07D9-7972-AD22-9BC4-5C302257E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実践例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6FBEC6-67CA-AB02-022D-F4630DE8B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メインエージェント🤖は</a:t>
            </a:r>
            <a:endParaRPr lang="en-US" altLang="ja-JP" dirty="0"/>
          </a:p>
          <a:p>
            <a:r>
              <a:rPr lang="ja-JP" altLang="en-US" dirty="0"/>
              <a:t>レビュー用</a:t>
            </a:r>
            <a:r>
              <a:rPr lang="ja-JP" altLang="en-US" b="1" dirty="0"/>
              <a:t>サブ</a:t>
            </a:r>
            <a:r>
              <a:rPr lang="ja-JP" altLang="en-US" dirty="0"/>
              <a:t>エージェント🤖🤖🤖🤖🤖🤖を起動する</a:t>
            </a:r>
            <a:endParaRPr lang="en-US" altLang="ja-JP" dirty="0"/>
          </a:p>
          <a:p>
            <a:r>
              <a:rPr lang="ja-JP" altLang="en-US" dirty="0"/>
              <a:t>（仕様コンテキストと差分をファイル参照させる）</a:t>
            </a:r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DE197A31-DBCD-DE67-7477-1E28B9400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2600908"/>
            <a:ext cx="8496300" cy="308545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E0A95B-8A58-B976-A2CA-7EEDDD9B5E95}"/>
              </a:ext>
            </a:extLst>
          </p:cNvPr>
          <p:cNvSpPr txBox="1"/>
          <p:nvPr/>
        </p:nvSpPr>
        <p:spPr>
          <a:xfrm>
            <a:off x="3188804" y="5807632"/>
            <a:ext cx="6012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↑🤖レビュー観点毎に専門エージェントを定義している</a:t>
            </a:r>
            <a:endParaRPr kumimoji="1"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B36E846-A20B-5D89-7461-95B1DF770473}"/>
              </a:ext>
            </a:extLst>
          </p:cNvPr>
          <p:cNvSpPr/>
          <p:nvPr/>
        </p:nvSpPr>
        <p:spPr>
          <a:xfrm>
            <a:off x="956556" y="2885336"/>
            <a:ext cx="2484276" cy="255632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5567534-A3CD-0EB3-7BC1-8C4AE3442E62}"/>
              </a:ext>
            </a:extLst>
          </p:cNvPr>
          <p:cNvSpPr/>
          <p:nvPr/>
        </p:nvSpPr>
        <p:spPr>
          <a:xfrm>
            <a:off x="970128" y="3310841"/>
            <a:ext cx="2484276" cy="255632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AB2E0D9-8077-9057-A1D4-CD3984948BB9}"/>
              </a:ext>
            </a:extLst>
          </p:cNvPr>
          <p:cNvSpPr/>
          <p:nvPr/>
        </p:nvSpPr>
        <p:spPr>
          <a:xfrm>
            <a:off x="956556" y="3785436"/>
            <a:ext cx="2484276" cy="255632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E1B3BB4-A6B2-017D-8225-4D1DE6053391}"/>
              </a:ext>
            </a:extLst>
          </p:cNvPr>
          <p:cNvSpPr/>
          <p:nvPr/>
        </p:nvSpPr>
        <p:spPr>
          <a:xfrm>
            <a:off x="956556" y="4257092"/>
            <a:ext cx="2484276" cy="255632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795918F-7795-032A-266E-43568F901604}"/>
              </a:ext>
            </a:extLst>
          </p:cNvPr>
          <p:cNvSpPr/>
          <p:nvPr/>
        </p:nvSpPr>
        <p:spPr>
          <a:xfrm>
            <a:off x="956556" y="4728748"/>
            <a:ext cx="2484276" cy="255632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2644AC9A-AA87-B401-6DEC-69D9B5C79BBB}"/>
              </a:ext>
            </a:extLst>
          </p:cNvPr>
          <p:cNvSpPr/>
          <p:nvPr/>
        </p:nvSpPr>
        <p:spPr>
          <a:xfrm>
            <a:off x="956556" y="5189592"/>
            <a:ext cx="2484276" cy="255632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2A717D-E28F-670F-0C9D-039BB1D6A89F}"/>
              </a:ext>
            </a:extLst>
          </p:cNvPr>
          <p:cNvSpPr txBox="1"/>
          <p:nvPr/>
        </p:nvSpPr>
        <p:spPr>
          <a:xfrm>
            <a:off x="793814" y="6186347"/>
            <a:ext cx="7327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今回は６エージェントだが、毎回全部見なくてもいいようにいくつかのパターンを用意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35030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58C83-8ACF-ACD5-E69D-DA10EA815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6E8E7C4A-D68B-D943-8C8C-48BDF8FB3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実践例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746735D-95D9-8108-3623-0DF892B9C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60" y="1418596"/>
            <a:ext cx="8478488" cy="303542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91131622-0427-BCB0-527F-9BFD63034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60" y="4742019"/>
            <a:ext cx="3124636" cy="1667108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AB91FD7-7833-DB4F-2BC7-D36489CE23F8}"/>
              </a:ext>
            </a:extLst>
          </p:cNvPr>
          <p:cNvSpPr/>
          <p:nvPr/>
        </p:nvSpPr>
        <p:spPr>
          <a:xfrm>
            <a:off x="560512" y="1554185"/>
            <a:ext cx="1584176" cy="182627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35E428-17E5-5855-C440-8C862904EDCF}"/>
              </a:ext>
            </a:extLst>
          </p:cNvPr>
          <p:cNvSpPr txBox="1"/>
          <p:nvPr/>
        </p:nvSpPr>
        <p:spPr>
          <a:xfrm>
            <a:off x="344488" y="999505"/>
            <a:ext cx="6012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↓🤖</a:t>
            </a:r>
            <a:r>
              <a:rPr lang="ja-JP" altLang="en-US" b="1" dirty="0"/>
              <a:t>サブ</a:t>
            </a:r>
            <a:r>
              <a:rPr lang="ja-JP" altLang="en-US" dirty="0"/>
              <a:t>サブエージェントは</a:t>
            </a:r>
            <a:r>
              <a:rPr lang="en-US" altLang="ja-JP" dirty="0"/>
              <a:t>Json</a:t>
            </a:r>
            <a:r>
              <a:rPr lang="ja-JP" altLang="en-US" dirty="0"/>
              <a:t>でレビュー結果を返す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9D31438-5531-5207-CF07-DCD8E5234398}"/>
              </a:ext>
            </a:extLst>
          </p:cNvPr>
          <p:cNvSpPr txBox="1"/>
          <p:nvPr/>
        </p:nvSpPr>
        <p:spPr>
          <a:xfrm>
            <a:off x="3561820" y="4836909"/>
            <a:ext cx="6012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←🤖メインエージェントは</a:t>
            </a:r>
            <a:r>
              <a:rPr lang="en-US" altLang="ja-JP" dirty="0"/>
              <a:t>Json</a:t>
            </a:r>
            <a:r>
              <a:rPr lang="ja-JP" altLang="en-US" dirty="0"/>
              <a:t>を読み取って集計する</a:t>
            </a:r>
            <a:endParaRPr lang="en-US" altLang="ja-JP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4B2A42D-826F-7CD5-DB9C-7D72E3BA3DAD}"/>
              </a:ext>
            </a:extLst>
          </p:cNvPr>
          <p:cNvSpPr txBox="1"/>
          <p:nvPr/>
        </p:nvSpPr>
        <p:spPr>
          <a:xfrm>
            <a:off x="3875668" y="5206241"/>
            <a:ext cx="4951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集計観点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指摘の重複を整理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組み合わせによる深刻度が上昇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対立する指摘（トレードオフ）</a:t>
            </a:r>
            <a:endParaRPr lang="en-US" altLang="ja-JP" dirty="0"/>
          </a:p>
          <a:p>
            <a:r>
              <a:rPr lang="ja-JP" altLang="en-US" dirty="0"/>
              <a:t>次のステップで人間に質問する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7201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12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E2065-E07B-2A97-AAC8-0A2110657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C86AAD0B-5ACC-C5E3-45DC-F758D59BA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実践例</a:t>
            </a:r>
          </a:p>
        </p:txBody>
      </p:sp>
      <p:pic>
        <p:nvPicPr>
          <p:cNvPr id="15" name="コンテンツ プレースホルダー 14">
            <a:extLst>
              <a:ext uri="{FF2B5EF4-FFF2-40B4-BE49-F238E27FC236}">
                <a16:creationId xmlns:a16="http://schemas.microsoft.com/office/drawing/2014/main" id="{C37C9A4F-037E-076F-5DB7-0EE2E2DBD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38" y="3939344"/>
            <a:ext cx="9765124" cy="1491431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3C5AF0D-E83F-5586-55CD-53DB2E784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2" y="1417159"/>
            <a:ext cx="9906000" cy="1841147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393A06A-707F-FDD2-1204-4BB45DFC475D}"/>
              </a:ext>
            </a:extLst>
          </p:cNvPr>
          <p:cNvSpPr txBox="1"/>
          <p:nvPr/>
        </p:nvSpPr>
        <p:spPr>
          <a:xfrm>
            <a:off x="344488" y="1047827"/>
            <a:ext cx="682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🤖指摘の概要を説明し、</a:t>
            </a:r>
            <a:r>
              <a:rPr lang="en-US" altLang="ja-JP" dirty="0"/>
              <a:t>PR</a:t>
            </a:r>
            <a:r>
              <a:rPr lang="ja-JP" altLang="en-US" dirty="0"/>
              <a:t>にコメントするかを人間に聞く</a:t>
            </a:r>
            <a:endParaRPr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0DBF305-8AF0-3EF6-3F5C-00AE6EC9B505}"/>
              </a:ext>
            </a:extLst>
          </p:cNvPr>
          <p:cNvSpPr txBox="1"/>
          <p:nvPr/>
        </p:nvSpPr>
        <p:spPr>
          <a:xfrm>
            <a:off x="387224" y="3415029"/>
            <a:ext cx="682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↑人間が判断して回答🙆🙅</a:t>
            </a:r>
            <a:endParaRPr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CCECC5C-8834-8C34-7A0C-ADC30B6C2945}"/>
              </a:ext>
            </a:extLst>
          </p:cNvPr>
          <p:cNvSpPr txBox="1"/>
          <p:nvPr/>
        </p:nvSpPr>
        <p:spPr>
          <a:xfrm>
            <a:off x="336308" y="5585758"/>
            <a:ext cx="6825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🤖この時点ではまだ指摘は</a:t>
            </a:r>
            <a:r>
              <a:rPr lang="en-US" altLang="ja-JP" dirty="0"/>
              <a:t>PR</a:t>
            </a:r>
            <a:r>
              <a:rPr lang="ja-JP" altLang="en-US" dirty="0"/>
              <a:t>に反映しない（人間の判断を待つ）</a:t>
            </a:r>
            <a:endParaRPr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98F7D8F-CED5-B24C-C3E0-68DA542D14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5991"/>
          <a:stretch>
            <a:fillRect/>
          </a:stretch>
        </p:blipFill>
        <p:spPr>
          <a:xfrm>
            <a:off x="344488" y="5965338"/>
            <a:ext cx="6697010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4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8B5BA-44D4-88CF-8FFD-A2104C74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3993B315-C25D-991D-BD8C-C70FD51E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実践例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FD358F89-041E-8728-7970-D28C2A461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24" y="1446742"/>
            <a:ext cx="8892988" cy="5459453"/>
          </a:xfrm>
          <a:prstGeom prst="rect">
            <a:avLst/>
          </a:prstGeom>
        </p:spPr>
      </p:pic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12084D0-DFDD-249C-BB00-2ACE4C91D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472" y="981732"/>
            <a:ext cx="8496300" cy="4894536"/>
          </a:xfrm>
        </p:spPr>
        <p:txBody>
          <a:bodyPr/>
          <a:lstStyle/>
          <a:p>
            <a:r>
              <a:rPr lang="ja-JP" altLang="en-US" dirty="0"/>
              <a:t>レビュー成果は</a:t>
            </a:r>
            <a:r>
              <a:rPr lang="en-US" altLang="ja-JP" dirty="0"/>
              <a:t>md</a:t>
            </a:r>
            <a:r>
              <a:rPr lang="ja-JP" altLang="en-US" dirty="0"/>
              <a:t>ファイルとして残る</a:t>
            </a:r>
          </a:p>
        </p:txBody>
      </p:sp>
    </p:spTree>
    <p:extLst>
      <p:ext uri="{BB962C8B-B14F-4D97-AF65-F5344CB8AC3E}">
        <p14:creationId xmlns:p14="http://schemas.microsoft.com/office/powerpoint/2010/main" val="1699559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48B7D-E68F-4F7E-87B1-2677656D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AA0146F0-8E3C-2363-8898-8CBB8040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実践例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B774938-0DF1-5EBA-B508-BA2472B4A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/>
          </a:p>
          <a:p>
            <a:endParaRPr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50DA598-5032-E479-7BF1-18DCF503A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994420"/>
            <a:ext cx="6697010" cy="108600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924E9D0-BDEF-3F84-7250-828B7A0DA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2230240"/>
            <a:ext cx="9906000" cy="242289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210D96A-FC6F-2431-88CE-F0BA47C4D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306" y="3583041"/>
            <a:ext cx="7125694" cy="3267531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27E9608-1C20-0FA2-D56D-F6A63501E2D4}"/>
              </a:ext>
            </a:extLst>
          </p:cNvPr>
          <p:cNvSpPr txBox="1"/>
          <p:nvPr/>
        </p:nvSpPr>
        <p:spPr>
          <a:xfrm>
            <a:off x="563062" y="4804291"/>
            <a:ext cx="2348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🤖</a:t>
            </a:r>
            <a:r>
              <a:rPr lang="en-US" altLang="ja-JP" b="1" dirty="0"/>
              <a:t>Pending</a:t>
            </a:r>
            <a:r>
              <a:rPr lang="ja-JP" altLang="en-US" dirty="0"/>
              <a:t>状態で</a:t>
            </a:r>
            <a:r>
              <a:rPr lang="en-US" altLang="ja-JP" dirty="0"/>
              <a:t>PR</a:t>
            </a:r>
            <a:r>
              <a:rPr lang="ja-JP" altLang="en-US" dirty="0"/>
              <a:t>に反映</a:t>
            </a:r>
            <a:endParaRPr lang="en-US" altLang="ja-JP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C5ECA42-B7B5-AB00-21FA-15417B8674E4}"/>
              </a:ext>
            </a:extLst>
          </p:cNvPr>
          <p:cNvSpPr txBox="1"/>
          <p:nvPr/>
        </p:nvSpPr>
        <p:spPr>
          <a:xfrm>
            <a:off x="563062" y="5464261"/>
            <a:ext cx="2218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🧑‍💻書きぶりの修正をして、</a:t>
            </a:r>
            <a:r>
              <a:rPr lang="en-US" altLang="ja-JP" dirty="0"/>
              <a:t>Submit</a:t>
            </a:r>
            <a:endParaRPr lang="ja-JP" altLang="en-US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2A866D08-3E2F-121D-7269-E17C1AF89519}"/>
              </a:ext>
            </a:extLst>
          </p:cNvPr>
          <p:cNvSpPr/>
          <p:nvPr/>
        </p:nvSpPr>
        <p:spPr>
          <a:xfrm>
            <a:off x="8301371" y="4293096"/>
            <a:ext cx="1252203" cy="252028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058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212D05DD-5ED8-240E-1EE9-D68483A12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56" y="1441500"/>
            <a:ext cx="9468858" cy="446449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9C7EF61-DC66-F970-7BA9-C3787AD42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14D315-6C69-40BF-98D6-60239DAB9584}" type="slidenum">
              <a:rPr lang="ja-JP" altLang="en-US" smtClean="0"/>
              <a:pPr/>
              <a:t>21</a:t>
            </a:fld>
            <a:r>
              <a:rPr lang="ja-JP" altLang="en-US"/>
              <a:t>　</a:t>
            </a:r>
            <a:endParaRPr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94F6F3C-4D58-A808-2968-18CBF7D9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ワークフローの概要</a:t>
            </a:r>
            <a:endParaRPr kumimoji="1" lang="ja-JP" altLang="en-US" dirty="0"/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C1FCAA6E-D663-611D-BCE2-2D25035A5A0A}"/>
              </a:ext>
            </a:extLst>
          </p:cNvPr>
          <p:cNvSpPr/>
          <p:nvPr/>
        </p:nvSpPr>
        <p:spPr>
          <a:xfrm>
            <a:off x="1820652" y="1556792"/>
            <a:ext cx="1692188" cy="648072"/>
          </a:xfrm>
          <a:prstGeom prst="wedgeRectCallou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作者が</a:t>
            </a:r>
            <a:r>
              <a:rPr lang="ja-JP" altLang="en-US" b="1" dirty="0"/>
              <a:t>責任</a:t>
            </a:r>
            <a:r>
              <a:rPr lang="ja-JP" altLang="en-US" dirty="0"/>
              <a:t>を持つ</a:t>
            </a:r>
            <a:endParaRPr kumimoji="1" lang="ja-JP" altLang="en-US" dirty="0"/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900A281E-2C0C-98CE-5C72-5BB77CDE8F13}"/>
              </a:ext>
            </a:extLst>
          </p:cNvPr>
          <p:cNvSpPr/>
          <p:nvPr/>
        </p:nvSpPr>
        <p:spPr>
          <a:xfrm>
            <a:off x="5817096" y="1556792"/>
            <a:ext cx="2049065" cy="648072"/>
          </a:xfrm>
          <a:prstGeom prst="wedgeRectCallou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Self review</a:t>
            </a:r>
            <a:r>
              <a:rPr lang="ja-JP" altLang="en-US" dirty="0"/>
              <a:t>の結果は</a:t>
            </a:r>
            <a:r>
              <a:rPr lang="en-US" altLang="ja-JP" b="1" dirty="0"/>
              <a:t>PR</a:t>
            </a:r>
            <a:r>
              <a:rPr lang="ja-JP" altLang="en-US" b="1" dirty="0"/>
              <a:t>に残す</a:t>
            </a:r>
            <a:endParaRPr kumimoji="1" lang="ja-JP" altLang="en-US" b="1" dirty="0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1C0C184A-AEA5-0447-91E0-ED85D7F7E0FB}"/>
              </a:ext>
            </a:extLst>
          </p:cNvPr>
          <p:cNvSpPr/>
          <p:nvPr/>
        </p:nvSpPr>
        <p:spPr>
          <a:xfrm>
            <a:off x="524508" y="4652540"/>
            <a:ext cx="2844316" cy="648072"/>
          </a:xfrm>
          <a:prstGeom prst="wedgeRectCallout">
            <a:avLst>
              <a:gd name="adj1" fmla="val 23346"/>
              <a:gd name="adj2" fmla="val -72952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🤖</a:t>
            </a:r>
            <a:r>
              <a:rPr kumimoji="1" lang="ja-JP" altLang="en-US" dirty="0"/>
              <a:t>差分の説明</a:t>
            </a:r>
            <a:endParaRPr kumimoji="1" lang="en-US" altLang="ja-JP" dirty="0"/>
          </a:p>
          <a:p>
            <a:pPr algn="ctr"/>
            <a:r>
              <a:rPr lang="ja-JP" altLang="en-US" dirty="0"/>
              <a:t>🧑‍💻</a:t>
            </a:r>
            <a:r>
              <a:rPr lang="ja-JP" altLang="en-US" b="1" dirty="0"/>
              <a:t>メンタルモデル</a:t>
            </a:r>
            <a:r>
              <a:rPr lang="ja-JP" altLang="en-US" dirty="0"/>
              <a:t>の形成</a:t>
            </a:r>
            <a:endParaRPr kumimoji="1" lang="ja-JP" altLang="en-US" dirty="0"/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D1A457E5-9F18-B859-0EB7-3B174CF4069C}"/>
              </a:ext>
            </a:extLst>
          </p:cNvPr>
          <p:cNvSpPr/>
          <p:nvPr/>
        </p:nvSpPr>
        <p:spPr>
          <a:xfrm>
            <a:off x="3638757" y="4652540"/>
            <a:ext cx="2304256" cy="648072"/>
          </a:xfrm>
          <a:prstGeom prst="wedgeRectCallout">
            <a:avLst>
              <a:gd name="adj1" fmla="val -12728"/>
              <a:gd name="adj2" fmla="val -82829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🤖クリティカルな観点に</a:t>
            </a:r>
            <a:r>
              <a:rPr lang="ja-JP" altLang="en-US" b="1" dirty="0"/>
              <a:t>絞る</a:t>
            </a:r>
            <a:endParaRPr kumimoji="1" lang="ja-JP" altLang="en-US" b="1" dirty="0"/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71C3264E-1373-22D0-5023-F3EB6F45E5C7}"/>
              </a:ext>
            </a:extLst>
          </p:cNvPr>
          <p:cNvSpPr/>
          <p:nvPr/>
        </p:nvSpPr>
        <p:spPr>
          <a:xfrm>
            <a:off x="6017886" y="4657084"/>
            <a:ext cx="2499510" cy="648072"/>
          </a:xfrm>
          <a:prstGeom prst="wedgeRectCallout">
            <a:avLst>
              <a:gd name="adj1" fmla="val -26617"/>
              <a:gd name="adj2" fmla="val -89884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🧑‍💻ちゃんと</a:t>
            </a:r>
            <a:r>
              <a:rPr lang="ja-JP" altLang="en-US" b="1" dirty="0"/>
              <a:t>理解</a:t>
            </a:r>
            <a:r>
              <a:rPr lang="ja-JP" altLang="en-US" dirty="0"/>
              <a:t>して指摘・コメントする</a:t>
            </a:r>
            <a:endParaRPr kumimoji="1" lang="ja-JP" altLang="en-US" dirty="0"/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7E0CE6D1-25AC-EF84-18C6-3992CD5D8E11}"/>
              </a:ext>
            </a:extLst>
          </p:cNvPr>
          <p:cNvSpPr/>
          <p:nvPr/>
        </p:nvSpPr>
        <p:spPr>
          <a:xfrm>
            <a:off x="4775260" y="3429000"/>
            <a:ext cx="2950048" cy="618156"/>
          </a:xfrm>
          <a:prstGeom prst="wedgeRectCallout">
            <a:avLst>
              <a:gd name="adj1" fmla="val -26986"/>
              <a:gd name="adj2" fmla="val -84308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🤖セルフレビュー済みの内容は重複指摘しない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7C8B2DE-AB29-A6BF-66D4-DEA7E3BD6EEC}"/>
              </a:ext>
            </a:extLst>
          </p:cNvPr>
          <p:cNvSpPr txBox="1"/>
          <p:nvPr/>
        </p:nvSpPr>
        <p:spPr>
          <a:xfrm>
            <a:off x="2522730" y="6107786"/>
            <a:ext cx="4860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800" b="1" dirty="0"/>
              <a:t>重要なのは「AI に言われたから」ではなく</a:t>
            </a:r>
          </a:p>
          <a:p>
            <a:r>
              <a:rPr kumimoji="1" lang="ja-JP" altLang="en-US" sz="1800" b="1" dirty="0"/>
              <a:t>「自分はこう判断した」と残すこと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52D068A-F0AE-A905-DD6B-6C22DE75640E}"/>
              </a:ext>
            </a:extLst>
          </p:cNvPr>
          <p:cNvSpPr txBox="1"/>
          <p:nvPr/>
        </p:nvSpPr>
        <p:spPr>
          <a:xfrm>
            <a:off x="2523122" y="5797902"/>
            <a:ext cx="2645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作者・レビュワー共に、</a:t>
            </a:r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251583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>
          <a:xfrm>
            <a:off x="704850" y="1282427"/>
            <a:ext cx="8496300" cy="5062898"/>
          </a:xfrm>
        </p:spPr>
        <p:txBody>
          <a:bodyPr>
            <a:normAutofit/>
          </a:bodyPr>
          <a:lstStyle/>
          <a:p>
            <a:r>
              <a:rPr kumimoji="1" lang="ja-JP" altLang="en-US" sz="1500" b="1" dirty="0"/>
              <a:t>それぞれの責任</a:t>
            </a:r>
          </a:p>
          <a:p>
            <a:pPr lvl="1"/>
            <a:r>
              <a:rPr kumimoji="1" lang="ja-JP" altLang="en-US" sz="1500" dirty="0"/>
              <a:t>筆者</a:t>
            </a:r>
            <a:r>
              <a:rPr lang="ja-JP" altLang="en-US" sz="1400" dirty="0"/>
              <a:t>🧑‍💻</a:t>
            </a:r>
            <a:r>
              <a:rPr kumimoji="1" lang="ja-JP" altLang="en-US" sz="1500" dirty="0"/>
              <a:t>：変更を内面化する、トレードオフを評価して</a:t>
            </a:r>
            <a:r>
              <a:rPr kumimoji="1" lang="ja-JP" altLang="en-US" sz="1500" b="1" dirty="0"/>
              <a:t>設計判断</a:t>
            </a:r>
            <a:r>
              <a:rPr kumimoji="1" lang="ja-JP" altLang="en-US" sz="1500" dirty="0"/>
              <a:t>する</a:t>
            </a:r>
            <a:endParaRPr kumimoji="1" lang="en-US" altLang="ja-JP" sz="1500" dirty="0"/>
          </a:p>
          <a:p>
            <a:pPr lvl="1"/>
            <a:endParaRPr kumimoji="1" lang="en-US" altLang="ja-JP" sz="1500" dirty="0"/>
          </a:p>
          <a:p>
            <a:pPr lvl="1"/>
            <a:r>
              <a:rPr lang="ja-JP" altLang="en-US" sz="1500" dirty="0"/>
              <a:t>レビュワー</a:t>
            </a:r>
            <a:r>
              <a:rPr lang="ja-JP" altLang="en-US" sz="1400" dirty="0"/>
              <a:t>🧑‍💻</a:t>
            </a:r>
            <a:r>
              <a:rPr lang="ja-JP" altLang="en-US" sz="1500" dirty="0"/>
              <a:t>：変更を</a:t>
            </a:r>
            <a:r>
              <a:rPr lang="ja-JP" altLang="en-US" sz="1500" b="1" dirty="0"/>
              <a:t>内面化</a:t>
            </a:r>
            <a:r>
              <a:rPr lang="ja-JP" altLang="en-US" sz="1500" dirty="0"/>
              <a:t>する、設計判断を評価する</a:t>
            </a:r>
            <a:endParaRPr lang="en-US" altLang="ja-JP" sz="1500" dirty="0"/>
          </a:p>
          <a:p>
            <a:pPr lvl="1"/>
            <a:endParaRPr lang="en-US" altLang="ja-JP" sz="1500" dirty="0"/>
          </a:p>
          <a:p>
            <a:pPr lvl="1"/>
            <a:r>
              <a:rPr lang="ja-JP" altLang="en-US" sz="1500" dirty="0"/>
              <a:t>チーム</a:t>
            </a:r>
            <a:r>
              <a:rPr lang="ja-JP" altLang="en-US" sz="1600" dirty="0"/>
              <a:t>🧑‍💻🧑‍💻🧑‍💻</a:t>
            </a:r>
            <a:r>
              <a:rPr lang="ja-JP" altLang="en-US" sz="1500" dirty="0"/>
              <a:t>：判断を</a:t>
            </a:r>
            <a:r>
              <a:rPr lang="ja-JP" altLang="en-US" sz="1500" b="1" dirty="0"/>
              <a:t>言語化</a:t>
            </a:r>
            <a:r>
              <a:rPr lang="ja-JP" altLang="en-US" sz="1500" dirty="0"/>
              <a:t>して、</a:t>
            </a:r>
            <a:r>
              <a:rPr lang="en-US" altLang="ja-JP" sz="1500" dirty="0"/>
              <a:t>md</a:t>
            </a:r>
            <a:r>
              <a:rPr lang="ja-JP" altLang="en-US" sz="1500" dirty="0"/>
              <a:t>ファイルに落とし込む</a:t>
            </a:r>
            <a:endParaRPr lang="en-US" altLang="ja-JP" sz="1500" dirty="0"/>
          </a:p>
          <a:p>
            <a:pPr lvl="1"/>
            <a:endParaRPr kumimoji="1" lang="en-US" altLang="ja-JP" sz="1500" dirty="0"/>
          </a:p>
          <a:p>
            <a:pPr lvl="1"/>
            <a:endParaRPr kumimoji="1" lang="en-US" altLang="ja-JP" sz="1500" dirty="0"/>
          </a:p>
          <a:p>
            <a:pPr lvl="1"/>
            <a:endParaRPr kumimoji="1" lang="en-US" altLang="ja-JP" sz="1500" dirty="0"/>
          </a:p>
          <a:p>
            <a:pPr lvl="1"/>
            <a:endParaRPr lang="en-US" altLang="ja-JP" sz="1500" dirty="0"/>
          </a:p>
          <a:p>
            <a:pPr lvl="1"/>
            <a:r>
              <a:rPr kumimoji="1" lang="en-US" altLang="ja-JP" sz="1500" dirty="0"/>
              <a:t>AI</a:t>
            </a:r>
            <a:r>
              <a:rPr lang="ja-JP" altLang="en-US" sz="1600" dirty="0"/>
              <a:t>🤖</a:t>
            </a:r>
            <a:r>
              <a:rPr kumimoji="1" lang="ja-JP" altLang="en-US" sz="1500" dirty="0"/>
              <a:t>：</a:t>
            </a:r>
            <a:r>
              <a:rPr kumimoji="1" lang="en-US" altLang="ja-JP" sz="1500" dirty="0"/>
              <a:t>md</a:t>
            </a:r>
            <a:r>
              <a:rPr kumimoji="1" lang="ja-JP" altLang="en-US" sz="1500" dirty="0"/>
              <a:t>ファイルに</a:t>
            </a:r>
            <a:r>
              <a:rPr kumimoji="1" lang="ja-JP" altLang="en-US" sz="1500" b="1" dirty="0"/>
              <a:t>言語化済み</a:t>
            </a:r>
            <a:r>
              <a:rPr kumimoji="1" lang="ja-JP" altLang="en-US" sz="1500" dirty="0"/>
              <a:t>の判断が一貫されているか網羅的に評価する</a:t>
            </a:r>
            <a:br>
              <a:rPr kumimoji="1" lang="en-US" altLang="ja-JP" sz="1500" dirty="0"/>
            </a:br>
            <a:r>
              <a:rPr kumimoji="1" lang="ja-JP" altLang="en-US" sz="1500" dirty="0"/>
              <a:t>　　　トレードオフ</a:t>
            </a:r>
            <a:r>
              <a:rPr lang="ja-JP" altLang="en-US" sz="1500" dirty="0"/>
              <a:t>がある場合は、</a:t>
            </a:r>
            <a:r>
              <a:rPr kumimoji="1" lang="ja-JP" altLang="en-US" sz="1500" dirty="0"/>
              <a:t>サジェストする</a:t>
            </a:r>
            <a:endParaRPr lang="ja-JP" altLang="en-US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人間の責任　</a:t>
            </a:r>
            <a:r>
              <a:rPr kumimoji="1" lang="en-US" altLang="ja-JP" dirty="0"/>
              <a:t>AI</a:t>
            </a:r>
            <a:r>
              <a:rPr lang="ja-JP" altLang="en-US" dirty="0"/>
              <a:t>への</a:t>
            </a:r>
            <a:r>
              <a:rPr kumimoji="1" lang="ja-JP" altLang="en-US" dirty="0"/>
              <a:t>責任委譲</a:t>
            </a: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F4EED5A9-17F6-8A21-3B95-50E5EFB479E0}"/>
              </a:ext>
            </a:extLst>
          </p:cNvPr>
          <p:cNvSpPr/>
          <p:nvPr/>
        </p:nvSpPr>
        <p:spPr>
          <a:xfrm>
            <a:off x="4595406" y="1073236"/>
            <a:ext cx="4605744" cy="418381"/>
          </a:xfrm>
          <a:prstGeom prst="wedgeRectCallout">
            <a:avLst>
              <a:gd name="adj1" fmla="val -21090"/>
              <a:gd name="adj2" fmla="val 97331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すべての設計判断はトレードオフに基づく</a:t>
            </a:r>
            <a:endParaRPr kumimoji="1" lang="ja-JP" altLang="en-US" dirty="0"/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236351FD-DB96-A20A-6E50-88B61FA837B0}"/>
              </a:ext>
            </a:extLst>
          </p:cNvPr>
          <p:cNvSpPr/>
          <p:nvPr/>
        </p:nvSpPr>
        <p:spPr>
          <a:xfrm>
            <a:off x="4052900" y="3709280"/>
            <a:ext cx="4334008" cy="418381"/>
          </a:xfrm>
          <a:prstGeom prst="wedgeRectCallout">
            <a:avLst>
              <a:gd name="adj1" fmla="val -53515"/>
              <a:gd name="adj2" fmla="val -116855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そうすれば</a:t>
            </a:r>
            <a:r>
              <a:rPr lang="en-US" altLang="ja-JP" dirty="0"/>
              <a:t>AI</a:t>
            </a:r>
            <a:r>
              <a:rPr lang="ja-JP" altLang="en-US" dirty="0"/>
              <a:t>が見れるので</a:t>
            </a:r>
            <a:r>
              <a:rPr lang="ja-JP" altLang="en-US" b="1" dirty="0"/>
              <a:t>スケール</a:t>
            </a:r>
            <a:r>
              <a:rPr lang="ja-JP" altLang="en-US" dirty="0"/>
              <a:t>する</a:t>
            </a:r>
            <a:endParaRPr kumimoji="1" lang="ja-JP" altLang="en-US" dirty="0"/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DC3F2ACC-76A6-8582-09D8-85C231A2B961}"/>
              </a:ext>
            </a:extLst>
          </p:cNvPr>
          <p:cNvSpPr/>
          <p:nvPr/>
        </p:nvSpPr>
        <p:spPr>
          <a:xfrm>
            <a:off x="1352600" y="4343975"/>
            <a:ext cx="5220580" cy="418381"/>
          </a:xfrm>
          <a:prstGeom prst="wedgeRectCallout">
            <a:avLst>
              <a:gd name="adj1" fmla="val -11211"/>
              <a:gd name="adj2" fmla="val -184607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逆に、個人の頭に留めておくとスケールしない</a:t>
            </a:r>
            <a:endParaRPr lang="en-US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2A480-17D9-D96D-ABBB-2D2E81196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A7ED6F00-4B77-5D41-8D72-117D6963C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1500" b="1" dirty="0"/>
              <a:t>「何を問うか」を引き受けるのは人間</a:t>
            </a:r>
          </a:p>
          <a:p>
            <a:pPr lvl="1"/>
            <a:r>
              <a:rPr kumimoji="1" lang="ja-JP" altLang="en-US" sz="1500" dirty="0"/>
              <a:t>問いを立てることも</a:t>
            </a:r>
            <a:r>
              <a:rPr kumimoji="1" lang="ja-JP" altLang="en-US" sz="1500" b="1" dirty="0"/>
              <a:t>判断の一部</a:t>
            </a:r>
            <a:r>
              <a:rPr kumimoji="1" lang="ja-JP" altLang="en-US" sz="1500" dirty="0"/>
              <a:t>である</a:t>
            </a:r>
            <a:endParaRPr kumimoji="1" lang="en-US" altLang="ja-JP" sz="1500" dirty="0"/>
          </a:p>
          <a:p>
            <a:pPr lvl="1"/>
            <a:r>
              <a:rPr kumimoji="1" lang="ja-JP" altLang="en-US" sz="1500" dirty="0"/>
              <a:t>責任：</a:t>
            </a:r>
            <a:r>
              <a:rPr kumimoji="1" lang="ja-JP" altLang="en-US" sz="1500" b="1" dirty="0"/>
              <a:t>違和感を言語化</a:t>
            </a:r>
            <a:r>
              <a:rPr kumimoji="1" lang="ja-JP" altLang="en-US" sz="1500" dirty="0"/>
              <a:t>し、満足できる条件を策定し、受け入れるトレードオフを決める</a:t>
            </a:r>
          </a:p>
          <a:p>
            <a:r>
              <a:rPr kumimoji="1" lang="ja-JP" altLang="en-US" sz="1500" b="1" dirty="0"/>
              <a:t>レビューに出す前の責任</a:t>
            </a:r>
          </a:p>
          <a:p>
            <a:pPr lvl="1"/>
            <a:r>
              <a:rPr lang="ja-JP" altLang="en-US" sz="1500" b="1" dirty="0"/>
              <a:t>設計</a:t>
            </a:r>
            <a:r>
              <a:rPr kumimoji="1" lang="ja-JP" altLang="en-US" sz="1500" b="1" dirty="0"/>
              <a:t>意図を頭の中に内面化</a:t>
            </a:r>
            <a:r>
              <a:rPr kumimoji="1" lang="ja-JP" altLang="en-US" sz="1500" dirty="0"/>
              <a:t>してからレビューに出す</a:t>
            </a:r>
          </a:p>
          <a:p>
            <a:r>
              <a:rPr lang="ja-JP" altLang="en-US" sz="1500" b="1" dirty="0"/>
              <a:t>レビューの役割</a:t>
            </a:r>
          </a:p>
          <a:p>
            <a:pPr lvl="1"/>
            <a:r>
              <a:rPr lang="ja-JP" altLang="en-US" sz="1600" dirty="0"/>
              <a:t>コードが体現する</a:t>
            </a:r>
            <a:r>
              <a:rPr lang="ja-JP" altLang="en-US" sz="1600" b="1" dirty="0"/>
              <a:t>設計判断とその影響をチームで共有する</a:t>
            </a:r>
            <a:r>
              <a:rPr lang="ja-JP" altLang="en-US" sz="1600" dirty="0"/>
              <a:t>営み</a:t>
            </a:r>
          </a:p>
          <a:p>
            <a:pPr lvl="1"/>
            <a:endParaRPr lang="ja-JP" altLang="en-US" dirty="0"/>
          </a:p>
          <a:p>
            <a:r>
              <a:rPr kumimoji="1" lang="ja-JP" altLang="en-US" sz="1500" b="1" dirty="0"/>
              <a:t>結局、人間が強くなるしかない</a:t>
            </a:r>
          </a:p>
          <a:p>
            <a:pPr lvl="1"/>
            <a:r>
              <a:rPr kumimoji="1" lang="ja-JP" altLang="en-US" sz="1500" dirty="0"/>
              <a:t>個別のレビューコメントの主目的は教育ではない</a:t>
            </a:r>
            <a:r>
              <a:rPr lang="ja-JP" altLang="en-US" sz="1500" dirty="0"/>
              <a:t>（メンタルモデルの合意である）</a:t>
            </a:r>
            <a:endParaRPr kumimoji="1" lang="ja-JP" altLang="en-US" sz="1500" dirty="0"/>
          </a:p>
          <a:p>
            <a:pPr lvl="1"/>
            <a:r>
              <a:rPr kumimoji="1" lang="ja-JP" altLang="en-US" sz="1500" dirty="0"/>
              <a:t>しかしレビュー</a:t>
            </a:r>
            <a:r>
              <a:rPr kumimoji="1" lang="ja-JP" altLang="en-US" sz="1500" b="1" dirty="0"/>
              <a:t>制度</a:t>
            </a:r>
            <a:r>
              <a:rPr kumimoji="1" lang="ja-JP" altLang="en-US" sz="1500" dirty="0"/>
              <a:t>の目的には 判断能力 育成を含めるべき</a:t>
            </a:r>
            <a:endParaRPr kumimoji="1" lang="en-US" altLang="ja-JP" sz="1500" dirty="0"/>
          </a:p>
          <a:p>
            <a:pPr lvl="1"/>
            <a:r>
              <a:rPr lang="en-US" altLang="ja-JP" sz="1500" dirty="0"/>
              <a:t>A</a:t>
            </a:r>
            <a:r>
              <a:rPr lang="ja-JP" altLang="en-US" sz="1500" dirty="0"/>
              <a:t>Ｉにたくさん質問させて、知らなかった知識を日々学んでいく</a:t>
            </a:r>
            <a:endParaRPr kumimoji="1" lang="ja-JP" altLang="en-US" sz="150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9AD7D9B-DA65-5172-2F87-0638FD2C6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結び: 人間が引き受けるべきこと</a:t>
            </a:r>
          </a:p>
        </p:txBody>
      </p:sp>
    </p:spTree>
    <p:extLst>
      <p:ext uri="{BB962C8B-B14F-4D97-AF65-F5344CB8AC3E}">
        <p14:creationId xmlns:p14="http://schemas.microsoft.com/office/powerpoint/2010/main" val="246466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C864C-ABF0-D0C1-BF39-0334A096B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447E06-5663-D993-00F5-27716A086B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判断（Judgment）と</a:t>
            </a:r>
            <a:br>
              <a:rPr lang="en-US" altLang="ja-JP" dirty="0"/>
            </a:br>
            <a:r>
              <a:rPr lang="ja-JP" altLang="en-US" dirty="0"/>
              <a:t>演算（Reckoning）</a:t>
            </a:r>
            <a:endParaRPr kumimoji="1" lang="ja-JP" altLang="en-US" sz="26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85CE312-5905-6B2B-5FD6-24AF00DEF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偉大なる哲学者であり科学者：</a:t>
            </a:r>
            <a:r>
              <a:rPr lang="en-US" altLang="ja-JP" dirty="0"/>
              <a:t>Brian Cantwell Smith</a:t>
            </a:r>
            <a:endParaRPr kumimoji="1" lang="ja-JP" altLang="en-US" sz="13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D70937A-5EE4-27D0-92C7-AB41BE5F0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5" t="2673" r="15827"/>
          <a:stretch>
            <a:fillRect/>
          </a:stretch>
        </p:blipFill>
        <p:spPr>
          <a:xfrm>
            <a:off x="6429164" y="1340768"/>
            <a:ext cx="2540732" cy="285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13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>
          <a:xfrm>
            <a:off x="344488" y="1304764"/>
            <a:ext cx="8496300" cy="4894536"/>
          </a:xfrm>
        </p:spPr>
        <p:txBody>
          <a:bodyPr>
            <a:normAutofit fontScale="92500" lnSpcReduction="20000"/>
          </a:bodyPr>
          <a:lstStyle/>
          <a:p>
            <a:r>
              <a:rPr kumimoji="1" lang="ja-JP" altLang="en-US" sz="1600" b="1" dirty="0"/>
              <a:t>計算の哲学・AI哲学・認知科学を横断する研究者</a:t>
            </a:r>
            <a:r>
              <a:rPr kumimoji="1" lang="ja-JP" altLang="en-US" sz="1400" dirty="0"/>
              <a:t>（1950–2025）</a:t>
            </a:r>
            <a:endParaRPr kumimoji="1" lang="en-US" altLang="ja-JP" sz="1400" dirty="0"/>
          </a:p>
          <a:p>
            <a:r>
              <a:rPr lang="en-US" altLang="ja-JP" sz="1400" dirty="0">
                <a:hlinkClick r:id="rId2"/>
              </a:rPr>
              <a:t>Obituary: Brian Cantwell Smith (1950 to 2025) - Faculty of Information</a:t>
            </a:r>
            <a:endParaRPr lang="ja-JP" altLang="en-US" sz="800" dirty="0"/>
          </a:p>
          <a:p>
            <a:r>
              <a:rPr kumimoji="1" lang="ja-JP" altLang="en-US" sz="1600" b="1" dirty="0"/>
              <a:t>学術キャリア</a:t>
            </a:r>
          </a:p>
          <a:p>
            <a:pPr lvl="1"/>
            <a:r>
              <a:rPr kumimoji="1" lang="ja-JP" altLang="en-US" sz="1400" dirty="0"/>
              <a:t>MIT で博士号取得 — 世界初のリフレクティブ言語 3-Lisp を開発</a:t>
            </a:r>
          </a:p>
          <a:p>
            <a:pPr lvl="1"/>
            <a:r>
              <a:rPr kumimoji="1" lang="ja-JP" altLang="en-US" sz="1400" dirty="0"/>
              <a:t>Stanford 大学で CSLI（言語情報研究センター）を共同設立</a:t>
            </a:r>
          </a:p>
          <a:p>
            <a:pPr lvl="1"/>
            <a:r>
              <a:rPr kumimoji="1" lang="ja-JP" altLang="en-US" sz="1400" dirty="0"/>
              <a:t>Computer Professionals for Social Responsibility（CPSR）初代会長</a:t>
            </a:r>
          </a:p>
          <a:p>
            <a:pPr lvl="1"/>
            <a:r>
              <a:rPr kumimoji="1" lang="ja-JP" altLang="en-US" sz="1400" dirty="0"/>
              <a:t>トロント大学情報学部長を経て Reid Hoffman Chair in AI and the Human を保持</a:t>
            </a:r>
            <a:endParaRPr lang="ja-JP" altLang="en-US" sz="800" dirty="0"/>
          </a:p>
          <a:p>
            <a:r>
              <a:rPr kumimoji="1" lang="ja-JP" altLang="en-US" sz="1600" b="1" dirty="0"/>
              <a:t>主著</a:t>
            </a:r>
          </a:p>
          <a:p>
            <a:pPr lvl="1"/>
            <a:r>
              <a:rPr kumimoji="1" lang="ja-JP" altLang="en-US" sz="1400" i="1" dirty="0"/>
              <a:t>The Promise of Artificial Intelligence: </a:t>
            </a:r>
            <a:r>
              <a:rPr kumimoji="1" lang="ja-JP" altLang="en-US" sz="1400" b="1" i="1" dirty="0"/>
              <a:t>Reckoning and Judgment</a:t>
            </a:r>
            <a:r>
              <a:rPr kumimoji="1" lang="ja-JP" altLang="en-US" sz="1400" dirty="0"/>
              <a:t>（2019, MIT Press）</a:t>
            </a:r>
            <a:endParaRPr kumimoji="1" lang="en-US" altLang="ja-JP" sz="1400" dirty="0"/>
          </a:p>
          <a:p>
            <a:pPr lvl="2"/>
            <a:r>
              <a:rPr lang="ja-JP" altLang="en-US" dirty="0"/>
              <a:t>人工知能の可能性 機械は人間と同じ思考力を持てるのか　　</a:t>
            </a:r>
            <a:r>
              <a:rPr kumimoji="1" lang="ja-JP" altLang="en-US" sz="1400" dirty="0"/>
              <a:t>← </a:t>
            </a:r>
            <a:r>
              <a:rPr kumimoji="1" lang="ja-JP" altLang="en-US" sz="1400" b="1" dirty="0"/>
              <a:t>本発表の枠組み</a:t>
            </a:r>
          </a:p>
          <a:p>
            <a:pPr lvl="1"/>
            <a:r>
              <a:rPr kumimoji="1" lang="ja-JP" altLang="en-US" sz="1400" i="1" dirty="0"/>
              <a:t>On the Origin of Objects</a:t>
            </a:r>
            <a:r>
              <a:rPr kumimoji="1" lang="ja-JP" altLang="en-US" sz="1400" dirty="0"/>
              <a:t>（1996）/ </a:t>
            </a:r>
            <a:r>
              <a:rPr kumimoji="1" lang="ja-JP" altLang="en-US" sz="1400" i="1" dirty="0"/>
              <a:t>Computational Reflections</a:t>
            </a:r>
            <a:r>
              <a:rPr kumimoji="1" lang="ja-JP" altLang="en-US" sz="1400" dirty="0"/>
              <a:t>（2026, 遺著）</a:t>
            </a:r>
          </a:p>
          <a:p>
            <a:endParaRPr lang="ja-JP" altLang="en-US" sz="800" dirty="0"/>
          </a:p>
          <a:p>
            <a:r>
              <a:rPr kumimoji="1" lang="ja-JP" altLang="en-US" sz="1600" b="1" dirty="0"/>
              <a:t>Smith をリスペクトする人物</a:t>
            </a:r>
          </a:p>
          <a:p>
            <a:pPr lvl="1"/>
            <a:r>
              <a:rPr kumimoji="1" lang="ja-JP" altLang="en-US" sz="1400" b="1" dirty="0"/>
              <a:t>Reid Hoffman</a:t>
            </a:r>
            <a:r>
              <a:rPr kumimoji="1" lang="ja-JP" altLang="en-US" sz="1400" dirty="0"/>
              <a:t>（LinkedIn 共同創業者）— Stanford で Smith の「AIの哲学」講義を受講</a:t>
            </a:r>
          </a:p>
          <a:p>
            <a:pPr lvl="2"/>
            <a:r>
              <a:rPr kumimoji="1" lang="ja-JP" altLang="en-US" sz="1400" dirty="0"/>
              <a:t>トロント大学に 245万ドルを寄付し Smith の名を冠した寄附講座を設立</a:t>
            </a:r>
          </a:p>
          <a:p>
            <a:pPr lvl="1"/>
            <a:r>
              <a:rPr kumimoji="1" lang="ja-JP" altLang="en-US" sz="1400" b="1" dirty="0"/>
              <a:t>Terry Winograd</a:t>
            </a:r>
            <a:r>
              <a:rPr kumimoji="1" lang="ja-JP" altLang="en-US" sz="1400" dirty="0"/>
              <a:t>（Stanford HCI/AI 権威）— 長年の学術的協力者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Brian Cantwell Smith</a:t>
            </a:r>
            <a:r>
              <a:rPr kumimoji="1" lang="ja-JP" altLang="en-US" dirty="0"/>
              <a:t> </a:t>
            </a:r>
            <a:r>
              <a:rPr lang="ja-JP" altLang="en-US" dirty="0"/>
              <a:t>って何者？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4692293-D13F-DE3D-EBE6-5B7CEE069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5" t="2673" r="15827"/>
          <a:stretch>
            <a:fillRect/>
          </a:stretch>
        </p:blipFill>
        <p:spPr>
          <a:xfrm>
            <a:off x="7365268" y="969109"/>
            <a:ext cx="2540732" cy="28559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b="1" dirty="0"/>
              <a:t>Judgment（判断）</a:t>
            </a:r>
            <a:r>
              <a:rPr lang="ja-JP" altLang="en-US" sz="2800" dirty="0"/>
              <a:t>🧑‍💻</a:t>
            </a:r>
            <a:endParaRPr kumimoji="1" lang="ja-JP" altLang="en-US" sz="2800" b="1" dirty="0"/>
          </a:p>
          <a:p>
            <a:pPr lvl="1"/>
            <a:r>
              <a:rPr kumimoji="1" lang="ja-JP" altLang="en-US" sz="2800" dirty="0"/>
              <a:t>何を問うか・何を採るかを引き受けること</a:t>
            </a:r>
            <a:endParaRPr kumimoji="1" lang="en-US" altLang="ja-JP" sz="2800" dirty="0"/>
          </a:p>
          <a:p>
            <a:pPr lvl="2"/>
            <a:r>
              <a:rPr lang="en-US" altLang="ja-JP" sz="2000" dirty="0"/>
              <a:t>Ex </a:t>
            </a:r>
            <a:r>
              <a:rPr lang="ja-JP" altLang="en-US" sz="2000" dirty="0"/>
              <a:t>トレードオフの判断</a:t>
            </a:r>
            <a:endParaRPr lang="en-US" altLang="ja-JP" sz="2000" dirty="0"/>
          </a:p>
          <a:p>
            <a:pPr lvl="2"/>
            <a:r>
              <a:rPr kumimoji="1" lang="en-US" altLang="ja-JP" sz="2000" dirty="0"/>
              <a:t>Ex </a:t>
            </a:r>
            <a:r>
              <a:rPr kumimoji="1" lang="ja-JP" altLang="en-US" sz="2000" dirty="0"/>
              <a:t>何を解決するかの判断</a:t>
            </a:r>
            <a:endParaRPr lang="ja-JP" altLang="en-US" sz="1400" dirty="0"/>
          </a:p>
          <a:p>
            <a:r>
              <a:rPr kumimoji="1" lang="ja-JP" altLang="en-US" sz="2800" b="1" dirty="0"/>
              <a:t>Reckoning（演算）</a:t>
            </a:r>
            <a:r>
              <a:rPr lang="ja-JP" altLang="en-US" sz="2800" dirty="0"/>
              <a:t>🤖💻</a:t>
            </a:r>
            <a:endParaRPr kumimoji="1" lang="ja-JP" altLang="en-US" sz="2800" b="1" dirty="0"/>
          </a:p>
          <a:p>
            <a:pPr lvl="1"/>
            <a:r>
              <a:rPr kumimoji="1" lang="ja-JP" altLang="en-US" sz="2800" dirty="0"/>
              <a:t>与えられた条件で広く計算すること</a:t>
            </a:r>
            <a:endParaRPr kumimoji="1" lang="en-US" altLang="ja-JP" sz="2800" dirty="0"/>
          </a:p>
          <a:p>
            <a:pPr lvl="2"/>
            <a:r>
              <a:rPr kumimoji="1" lang="en-US" altLang="ja-JP" sz="2000" dirty="0"/>
              <a:t>Ex </a:t>
            </a:r>
            <a:r>
              <a:rPr kumimoji="1" lang="ja-JP" altLang="en-US" sz="2000" dirty="0"/>
              <a:t>コンテキストに従って生成すること</a:t>
            </a:r>
            <a:endParaRPr kumimoji="1" lang="en-US" altLang="ja-JP" sz="2000" dirty="0"/>
          </a:p>
          <a:p>
            <a:pPr lvl="2"/>
            <a:r>
              <a:rPr lang="en-US" altLang="ja-JP" sz="2000" dirty="0"/>
              <a:t>Ex </a:t>
            </a:r>
            <a:r>
              <a:rPr lang="ja-JP" altLang="en-US" sz="2000" dirty="0"/>
              <a:t>ツールを使って処理すること</a:t>
            </a:r>
            <a:endParaRPr kumimoji="1" lang="ja-JP" altLang="en-US" sz="2000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枠組み: 判断（Judgment）と演算（Reckoning）</a:t>
            </a:r>
          </a:p>
        </p:txBody>
      </p:sp>
    </p:spTree>
    <p:extLst>
      <p:ext uri="{BB962C8B-B14F-4D97-AF65-F5344CB8AC3E}">
        <p14:creationId xmlns:p14="http://schemas.microsoft.com/office/powerpoint/2010/main" val="3989734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1800" b="1" dirty="0"/>
              <a:t>事例1: ドキュメントパイプライン</a:t>
            </a:r>
          </a:p>
          <a:p>
            <a:pPr lvl="1"/>
            <a:r>
              <a:rPr kumimoji="1" lang="ja-JP" altLang="en-US" sz="1800" dirty="0"/>
              <a:t>Git 上の Markdown（193ファイル）↔ 社内 Wiki（GROWI）の同期システム</a:t>
            </a:r>
          </a:p>
          <a:p>
            <a:pPr lvl="1"/>
            <a:r>
              <a:rPr kumimoji="1" lang="ja-JP" altLang="en-US" sz="1800" dirty="0"/>
              <a:t>「</a:t>
            </a:r>
            <a:r>
              <a:rPr lang="ja-JP" altLang="en-US" sz="1800" dirty="0"/>
              <a:t>作業の進め方」「成果物の作り方」</a:t>
            </a:r>
            <a:r>
              <a:rPr kumimoji="1" lang="ja-JP" altLang="en-US" sz="1800" dirty="0"/>
              <a:t>を設計した</a:t>
            </a:r>
            <a:endParaRPr kumimoji="1" lang="en-US" altLang="ja-JP" sz="1800" dirty="0"/>
          </a:p>
          <a:p>
            <a:pPr lvl="1"/>
            <a:r>
              <a:rPr lang="ja-JP" altLang="en-US" sz="1800" dirty="0"/>
              <a:t>作り方を作る</a:t>
            </a:r>
          </a:p>
          <a:p>
            <a:r>
              <a:rPr kumimoji="1" lang="ja-JP" altLang="en-US" sz="1800" b="1" dirty="0"/>
              <a:t>事例2: AIレビューワークフロー</a:t>
            </a:r>
          </a:p>
          <a:p>
            <a:pPr lvl="1"/>
            <a:r>
              <a:rPr kumimoji="1" lang="ja-JP" altLang="en-US" sz="1800" dirty="0"/>
              <a:t>Claude Code スキル/エージェント </a:t>
            </a:r>
            <a:r>
              <a:rPr lang="ja-JP" altLang="en-US" sz="1800" dirty="0"/>
              <a:t>↔</a:t>
            </a:r>
            <a:r>
              <a:rPr kumimoji="1" lang="ja-JP" altLang="en-US" sz="1800" dirty="0"/>
              <a:t>構造化レビュー ↔GitHub PR</a:t>
            </a:r>
          </a:p>
          <a:p>
            <a:pPr lvl="1"/>
            <a:r>
              <a:rPr kumimoji="1" lang="ja-JP" altLang="en-US" sz="1600" dirty="0"/>
              <a:t>「人間・</a:t>
            </a:r>
            <a:r>
              <a:rPr kumimoji="1" lang="en-US" altLang="ja-JP" sz="1600" dirty="0"/>
              <a:t>AI</a:t>
            </a:r>
            <a:r>
              <a:rPr kumimoji="1" lang="ja-JP" altLang="en-US" sz="1600" dirty="0"/>
              <a:t>・ツールの役割分担」「判断力を持続可能にする仕組み」を設計した</a:t>
            </a:r>
            <a:endParaRPr kumimoji="1" lang="en-US" altLang="ja-JP" sz="1600" dirty="0"/>
          </a:p>
          <a:p>
            <a:pPr lvl="1"/>
            <a:r>
              <a:rPr kumimoji="1" lang="ja-JP" altLang="en-US" sz="1600" dirty="0"/>
              <a:t>判断の仕組みを作る</a:t>
            </a:r>
            <a:endParaRPr lang="ja-JP" altLang="en-US" dirty="0"/>
          </a:p>
          <a:p>
            <a:r>
              <a:rPr kumimoji="1" lang="ja-JP" altLang="en-US" sz="2000" b="1" dirty="0"/>
              <a:t>共通パターン:</a:t>
            </a:r>
          </a:p>
          <a:p>
            <a:pPr lvl="1"/>
            <a:r>
              <a:rPr kumimoji="1" lang="ja-JP" altLang="en-US" sz="2000" dirty="0"/>
              <a:t>人間</a:t>
            </a:r>
            <a:r>
              <a:rPr lang="ja-JP" altLang="en-US" sz="2000" dirty="0"/>
              <a:t>🧑‍💻</a:t>
            </a:r>
            <a:r>
              <a:rPr kumimoji="1" lang="ja-JP" altLang="en-US" sz="2000" dirty="0"/>
              <a:t>が判断の枠組みを作り、AI</a:t>
            </a:r>
            <a:r>
              <a:rPr lang="ja-JP" altLang="en-US" sz="2000" dirty="0"/>
              <a:t>🤖</a:t>
            </a:r>
            <a:r>
              <a:rPr kumimoji="1" lang="ja-JP" altLang="en-US" sz="2000" dirty="0"/>
              <a:t>が演算を担う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今日話した2つの仕組み</a:t>
            </a:r>
          </a:p>
        </p:txBody>
      </p:sp>
    </p:spTree>
    <p:extLst>
      <p:ext uri="{BB962C8B-B14F-4D97-AF65-F5344CB8AC3E}">
        <p14:creationId xmlns:p14="http://schemas.microsoft.com/office/powerpoint/2010/main" val="1825818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09145-CC9E-E168-2498-D8E4C15E8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C5499A8D-B6E9-AA26-4B15-CFEAA8FDA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484" y="1282426"/>
            <a:ext cx="8892666" cy="5371113"/>
          </a:xfrm>
        </p:spPr>
        <p:txBody>
          <a:bodyPr>
            <a:normAutofit/>
          </a:bodyPr>
          <a:lstStyle/>
          <a:p>
            <a:pPr lvl="1"/>
            <a:r>
              <a:rPr lang="ja-JP" altLang="en-US" sz="2000" dirty="0"/>
              <a:t>人間は</a:t>
            </a:r>
            <a:r>
              <a:rPr lang="ja-JP" altLang="en-US" sz="2000" b="1" dirty="0"/>
              <a:t>チームの作業フローを設計</a:t>
            </a:r>
            <a:r>
              <a:rPr lang="ja-JP" altLang="en-US" sz="2000" dirty="0"/>
              <a:t>する</a:t>
            </a:r>
            <a:endParaRPr lang="en-US" altLang="ja-JP" sz="2000" dirty="0"/>
          </a:p>
          <a:p>
            <a:pPr lvl="1"/>
            <a:r>
              <a:rPr lang="ja-JP" altLang="en-US" sz="2000" dirty="0"/>
              <a:t>人間はフローに必要なツールの</a:t>
            </a:r>
            <a:r>
              <a:rPr lang="ja-JP" altLang="en-US" sz="2000" b="1" dirty="0"/>
              <a:t>設計</a:t>
            </a:r>
            <a:r>
              <a:rPr lang="ja-JP" altLang="en-US" sz="2000" dirty="0"/>
              <a:t>🧑‍💻をする</a:t>
            </a:r>
            <a:endParaRPr lang="en-US" altLang="ja-JP" sz="1600" dirty="0"/>
          </a:p>
          <a:p>
            <a:pPr marL="257173" lvl="1" indent="0" algn="ctr">
              <a:buNone/>
            </a:pPr>
            <a:endParaRPr lang="en-US" altLang="ja-JP" sz="1600" dirty="0"/>
          </a:p>
          <a:p>
            <a:pPr marL="257173" lvl="1" indent="0">
              <a:buNone/>
            </a:pPr>
            <a:r>
              <a:rPr lang="ja-JP" altLang="en-US" sz="2000" dirty="0"/>
              <a:t>　　</a:t>
            </a:r>
            <a:r>
              <a:rPr lang="ja-JP" altLang="en-US" sz="2600" dirty="0"/>
              <a:t>設計🧑‍💻　　　　   設計🧑‍💻　　     　　   　設計🧑‍💻</a:t>
            </a:r>
            <a:br>
              <a:rPr lang="en-US" altLang="ja-JP" sz="2600" dirty="0"/>
            </a:br>
            <a:r>
              <a:rPr lang="ja-JP" altLang="en-US" sz="2000" dirty="0"/>
              <a:t>　　 ↓ 作業</a:t>
            </a:r>
            <a:r>
              <a:rPr lang="ja-JP" altLang="en-US" sz="1700" b="1" dirty="0">
                <a:solidFill>
                  <a:srgbClr val="FDD000"/>
                </a:solidFill>
              </a:rPr>
              <a:t>フロー</a:t>
            </a:r>
            <a:r>
              <a:rPr lang="ja-JP" altLang="en-US" sz="1700" dirty="0"/>
              <a:t>を</a:t>
            </a:r>
            <a:r>
              <a:rPr lang="ja-JP" altLang="en-US" sz="1800" dirty="0"/>
              <a:t>設計</a:t>
            </a:r>
            <a:r>
              <a:rPr lang="ja-JP" altLang="en-US" sz="1700" dirty="0"/>
              <a:t>　</a:t>
            </a:r>
            <a:r>
              <a:rPr lang="ja-JP" altLang="en-US" sz="2000" dirty="0"/>
              <a:t>    ↓　　　　　　　　   　　       ↓</a:t>
            </a:r>
            <a:endParaRPr lang="en-US" altLang="ja-JP" sz="2000" dirty="0"/>
          </a:p>
          <a:p>
            <a:pPr marL="257173" lvl="1" indent="0">
              <a:buNone/>
            </a:pPr>
            <a:r>
              <a:rPr lang="ja-JP" altLang="en-US" sz="2000" dirty="0"/>
              <a:t>　　 ↓　　　　　　            ↓</a:t>
            </a:r>
            <a:r>
              <a:rPr lang="ja-JP" altLang="en-US" sz="1400" dirty="0"/>
              <a:t>ツールを作成</a:t>
            </a:r>
            <a:r>
              <a:rPr lang="ja-JP" altLang="en-US" sz="1800" dirty="0"/>
              <a:t>🤖</a:t>
            </a:r>
            <a:r>
              <a:rPr lang="ja-JP" altLang="en-US" sz="1200" dirty="0"/>
              <a:t>　　　　　　　　</a:t>
            </a:r>
            <a:r>
              <a:rPr lang="ja-JP" altLang="en-US" sz="1900" dirty="0"/>
              <a:t>          ↓</a:t>
            </a:r>
            <a:r>
              <a:rPr lang="ja-JP" altLang="en-US" sz="1300" dirty="0"/>
              <a:t>ツールを作成</a:t>
            </a:r>
            <a:r>
              <a:rPr lang="ja-JP" altLang="en-US" sz="1700" dirty="0"/>
              <a:t>🤖</a:t>
            </a:r>
            <a:endParaRPr lang="en-US" altLang="ja-JP" sz="2000" dirty="0"/>
          </a:p>
          <a:p>
            <a:pPr marL="257173" lvl="1" indent="0">
              <a:buNone/>
            </a:pPr>
            <a:r>
              <a:rPr lang="ja-JP" altLang="en-US" sz="2000" dirty="0"/>
              <a:t> 　</a:t>
            </a:r>
            <a:r>
              <a:rPr lang="ja-JP" altLang="en-US" sz="2400" dirty="0"/>
              <a:t>🧑‍💻</a:t>
            </a:r>
            <a:r>
              <a:rPr lang="ja-JP" altLang="en-US" sz="1600" dirty="0"/>
              <a:t>このページを取込みたい→ 取り込み🛠️→</a:t>
            </a:r>
            <a:r>
              <a:rPr lang="ja-JP" altLang="en-US" sz="2400" dirty="0"/>
              <a:t>🧑‍💻</a:t>
            </a:r>
            <a:r>
              <a:rPr lang="ja-JP" altLang="en-US" sz="1600" dirty="0"/>
              <a:t>変更してプッシュ →</a:t>
            </a:r>
            <a:r>
              <a:rPr lang="en-US" altLang="ja-JP" sz="1600" dirty="0" err="1"/>
              <a:t>Growi</a:t>
            </a:r>
            <a:r>
              <a:rPr lang="ja-JP" altLang="en-US" sz="1600" dirty="0"/>
              <a:t>同期🛠️</a:t>
            </a:r>
            <a:endParaRPr kumimoji="1" lang="en-US" altLang="ja-JP" sz="160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654F192-3759-0168-90F3-2E2E4133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000" dirty="0"/>
              <a:t>エンジニアリングとは判断（</a:t>
            </a:r>
            <a:r>
              <a:rPr lang="en-US" altLang="ja-JP" sz="2000" dirty="0"/>
              <a:t>Judgement</a:t>
            </a:r>
            <a:r>
              <a:rPr lang="ja-JP" altLang="en-US" sz="2000" dirty="0"/>
              <a:t>）である</a:t>
            </a:r>
            <a:endParaRPr lang="ja-JP" altLang="en-US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021CFD9-A676-4B72-2F4B-754832973D37}"/>
              </a:ext>
            </a:extLst>
          </p:cNvPr>
          <p:cNvSpPr/>
          <p:nvPr/>
        </p:nvSpPr>
        <p:spPr>
          <a:xfrm>
            <a:off x="650522" y="2456892"/>
            <a:ext cx="8604956" cy="2340260"/>
          </a:xfrm>
          <a:prstGeom prst="roundRect">
            <a:avLst/>
          </a:prstGeom>
          <a:noFill/>
          <a:ln w="19050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A010F57-1135-3471-91D6-CDD6ED349DB7}"/>
              </a:ext>
            </a:extLst>
          </p:cNvPr>
          <p:cNvSpPr/>
          <p:nvPr/>
        </p:nvSpPr>
        <p:spPr>
          <a:xfrm>
            <a:off x="812540" y="4149080"/>
            <a:ext cx="8128520" cy="540060"/>
          </a:xfrm>
          <a:prstGeom prst="roundRect">
            <a:avLst/>
          </a:prstGeom>
          <a:noFill/>
          <a:ln w="19050" cap="flat" cmpd="sng" algn="ctr">
            <a:solidFill>
              <a:srgbClr val="FDD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0401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04BAF-0E45-9371-E61B-FDFDBD4D1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9C44AEDC-B0B7-9CE5-A75E-AC1664309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56" y="1441500"/>
            <a:ext cx="9468858" cy="446449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3ADCDE-984F-B884-E663-5AA424D6C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14D315-6C69-40BF-98D6-60239DAB9584}" type="slidenum">
              <a:rPr lang="ja-JP" altLang="en-US" smtClean="0"/>
              <a:pPr/>
              <a:t>29</a:t>
            </a:fld>
            <a:r>
              <a:rPr lang="ja-JP" altLang="en-US"/>
              <a:t>　</a:t>
            </a:r>
            <a:endParaRPr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BA6B6873-FBBA-CD45-20A9-54A4C8C44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ワークフローの概要</a:t>
            </a:r>
            <a:endParaRPr kumimoji="1" lang="ja-JP" altLang="en-US" dirty="0"/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7FC4D3B5-A463-BBD6-7D7E-23A683AD4CC5}"/>
              </a:ext>
            </a:extLst>
          </p:cNvPr>
          <p:cNvSpPr/>
          <p:nvPr/>
        </p:nvSpPr>
        <p:spPr>
          <a:xfrm>
            <a:off x="1820652" y="1556792"/>
            <a:ext cx="1692188" cy="648072"/>
          </a:xfrm>
          <a:prstGeom prst="wedgeRectCallou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作者が</a:t>
            </a:r>
            <a:r>
              <a:rPr lang="ja-JP" altLang="en-US" b="1" dirty="0"/>
              <a:t>責任</a:t>
            </a:r>
            <a:r>
              <a:rPr lang="ja-JP" altLang="en-US" dirty="0"/>
              <a:t>を持つ</a:t>
            </a:r>
            <a:endParaRPr kumimoji="1" lang="ja-JP" altLang="en-US" dirty="0"/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E34B8805-E478-FC77-D2BA-0435AC1E9BB2}"/>
              </a:ext>
            </a:extLst>
          </p:cNvPr>
          <p:cNvSpPr/>
          <p:nvPr/>
        </p:nvSpPr>
        <p:spPr>
          <a:xfrm>
            <a:off x="5817096" y="1556792"/>
            <a:ext cx="2049065" cy="648072"/>
          </a:xfrm>
          <a:prstGeom prst="wedgeRectCallou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Self review</a:t>
            </a:r>
            <a:r>
              <a:rPr lang="ja-JP" altLang="en-US" dirty="0"/>
              <a:t>の結果は</a:t>
            </a:r>
            <a:r>
              <a:rPr lang="en-US" altLang="ja-JP" b="1" dirty="0"/>
              <a:t>PR</a:t>
            </a:r>
            <a:r>
              <a:rPr lang="ja-JP" altLang="en-US" b="1" dirty="0"/>
              <a:t>に残す</a:t>
            </a:r>
            <a:endParaRPr kumimoji="1" lang="ja-JP" altLang="en-US" b="1" dirty="0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81B6F3C5-AA4B-16A8-0B11-DE5EDC8C5A4F}"/>
              </a:ext>
            </a:extLst>
          </p:cNvPr>
          <p:cNvSpPr/>
          <p:nvPr/>
        </p:nvSpPr>
        <p:spPr>
          <a:xfrm>
            <a:off x="524508" y="4652540"/>
            <a:ext cx="2844316" cy="648072"/>
          </a:xfrm>
          <a:prstGeom prst="wedgeRectCallout">
            <a:avLst>
              <a:gd name="adj1" fmla="val 23346"/>
              <a:gd name="adj2" fmla="val -72952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🤖</a:t>
            </a:r>
            <a:r>
              <a:rPr kumimoji="1" lang="ja-JP" altLang="en-US" dirty="0"/>
              <a:t>差分の説明</a:t>
            </a:r>
            <a:endParaRPr kumimoji="1" lang="en-US" altLang="ja-JP" dirty="0"/>
          </a:p>
          <a:p>
            <a:pPr algn="ctr"/>
            <a:r>
              <a:rPr lang="ja-JP" altLang="en-US" dirty="0"/>
              <a:t>🧑‍💻</a:t>
            </a:r>
            <a:r>
              <a:rPr lang="ja-JP" altLang="en-US" b="1" dirty="0"/>
              <a:t>メンタルモデル</a:t>
            </a:r>
            <a:r>
              <a:rPr lang="ja-JP" altLang="en-US" dirty="0"/>
              <a:t>の形成</a:t>
            </a:r>
            <a:endParaRPr kumimoji="1" lang="ja-JP" altLang="en-US" dirty="0"/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BBFF8199-961B-33C5-C0C7-F74D88F1CD61}"/>
              </a:ext>
            </a:extLst>
          </p:cNvPr>
          <p:cNvSpPr/>
          <p:nvPr/>
        </p:nvSpPr>
        <p:spPr>
          <a:xfrm>
            <a:off x="3638757" y="4652540"/>
            <a:ext cx="2304256" cy="648072"/>
          </a:xfrm>
          <a:prstGeom prst="wedgeRectCallout">
            <a:avLst>
              <a:gd name="adj1" fmla="val -12728"/>
              <a:gd name="adj2" fmla="val -82829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🤖クリティカルな観点に</a:t>
            </a:r>
            <a:r>
              <a:rPr lang="ja-JP" altLang="en-US" b="1" dirty="0"/>
              <a:t>絞る</a:t>
            </a:r>
            <a:endParaRPr kumimoji="1" lang="ja-JP" altLang="en-US" b="1" dirty="0"/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6E135075-1250-6BF8-A330-2A0FD32149AE}"/>
              </a:ext>
            </a:extLst>
          </p:cNvPr>
          <p:cNvSpPr/>
          <p:nvPr/>
        </p:nvSpPr>
        <p:spPr>
          <a:xfrm>
            <a:off x="6017886" y="4657084"/>
            <a:ext cx="2499510" cy="648072"/>
          </a:xfrm>
          <a:prstGeom prst="wedgeRectCallout">
            <a:avLst>
              <a:gd name="adj1" fmla="val -26617"/>
              <a:gd name="adj2" fmla="val -89884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🧑‍💻ちゃんと</a:t>
            </a:r>
            <a:r>
              <a:rPr lang="ja-JP" altLang="en-US" b="1" dirty="0"/>
              <a:t>理解</a:t>
            </a:r>
            <a:r>
              <a:rPr lang="ja-JP" altLang="en-US" dirty="0"/>
              <a:t>して指摘・コメントする</a:t>
            </a:r>
            <a:endParaRPr kumimoji="1" lang="ja-JP" altLang="en-US" dirty="0"/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25158409-FCC9-9EFB-F1EF-86AD1BF3CCC0}"/>
              </a:ext>
            </a:extLst>
          </p:cNvPr>
          <p:cNvSpPr/>
          <p:nvPr/>
        </p:nvSpPr>
        <p:spPr>
          <a:xfrm>
            <a:off x="4775260" y="3429000"/>
            <a:ext cx="2950048" cy="618156"/>
          </a:xfrm>
          <a:prstGeom prst="wedgeRectCallout">
            <a:avLst>
              <a:gd name="adj1" fmla="val -26986"/>
              <a:gd name="adj2" fmla="val -84308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🤖セルフレビュー済みの内容は重複指摘しない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ACC09D1-03B9-BB37-68B5-2F6F7FBF1C6C}"/>
              </a:ext>
            </a:extLst>
          </p:cNvPr>
          <p:cNvSpPr txBox="1"/>
          <p:nvPr/>
        </p:nvSpPr>
        <p:spPr>
          <a:xfrm>
            <a:off x="2522730" y="6107786"/>
            <a:ext cx="4860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800" b="1" dirty="0"/>
              <a:t>重要なのは「AI に言われたから」ではなく</a:t>
            </a:r>
          </a:p>
          <a:p>
            <a:r>
              <a:rPr kumimoji="1" lang="ja-JP" altLang="en-US" sz="1800" b="1" dirty="0"/>
              <a:t>「自分はこう判断した」と残すこと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45F65EC-A58D-F867-8A02-309DCF21BBAD}"/>
              </a:ext>
            </a:extLst>
          </p:cNvPr>
          <p:cNvSpPr txBox="1"/>
          <p:nvPr/>
        </p:nvSpPr>
        <p:spPr>
          <a:xfrm>
            <a:off x="2523122" y="5797902"/>
            <a:ext cx="2645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作者・レビュワー共に、</a:t>
            </a:r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272562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019F2-1916-EC49-C447-6CFB51CD0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5C34B18D-6E76-2900-D135-3A71908B8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sz="1600" b="1" dirty="0"/>
              <a:t>Judgment（判断）</a:t>
            </a:r>
          </a:p>
          <a:p>
            <a:pPr lvl="1"/>
            <a:r>
              <a:rPr kumimoji="1" lang="ja-JP" altLang="en-US" sz="1600" dirty="0"/>
              <a:t>何を</a:t>
            </a:r>
            <a:r>
              <a:rPr kumimoji="1" lang="ja-JP" altLang="en-US" sz="1600" b="1" dirty="0"/>
              <a:t>問う</a:t>
            </a:r>
            <a:r>
              <a:rPr kumimoji="1" lang="ja-JP" altLang="en-US" sz="1600" dirty="0"/>
              <a:t>か・何を</a:t>
            </a:r>
            <a:r>
              <a:rPr kumimoji="1" lang="ja-JP" altLang="en-US" sz="1600" b="1" dirty="0"/>
              <a:t>採る</a:t>
            </a:r>
            <a:r>
              <a:rPr kumimoji="1" lang="ja-JP" altLang="en-US" sz="1600" dirty="0"/>
              <a:t>かを引き受けること</a:t>
            </a:r>
            <a:endParaRPr kumimoji="1" lang="en-US" altLang="ja-JP" sz="1600" dirty="0"/>
          </a:p>
          <a:p>
            <a:pPr marL="257173" lvl="1" indent="0">
              <a:buNone/>
            </a:pPr>
            <a:endParaRPr lang="ja-JP" altLang="en-US" dirty="0"/>
          </a:p>
          <a:p>
            <a:r>
              <a:rPr kumimoji="1" lang="ja-JP" altLang="en-US" sz="1600" b="1" dirty="0"/>
              <a:t>Reckoning（演算）</a:t>
            </a:r>
          </a:p>
          <a:p>
            <a:pPr lvl="1"/>
            <a:r>
              <a:rPr kumimoji="1" lang="ja-JP" altLang="en-US" sz="1600" dirty="0"/>
              <a:t>与えられた条件で広く計算すること</a:t>
            </a:r>
          </a:p>
          <a:p>
            <a:endParaRPr lang="ja-JP" altLang="en-US" dirty="0"/>
          </a:p>
          <a:p>
            <a:r>
              <a:rPr kumimoji="1" lang="ja-JP" altLang="en-US" sz="1600" dirty="0"/>
              <a:t>現行 LLM の得意領域は Reckoning</a:t>
            </a:r>
            <a:r>
              <a:rPr lang="ja-JP" altLang="en-US" b="1" dirty="0"/>
              <a:t>（演算）</a:t>
            </a:r>
            <a:endParaRPr kumimoji="1" lang="ja-JP" altLang="en-US" sz="1600" dirty="0"/>
          </a:p>
          <a:p>
            <a:pPr lvl="1"/>
            <a:r>
              <a:rPr kumimoji="1" lang="ja-JP" altLang="en-US" sz="1600" dirty="0"/>
              <a:t>人間が与えた判断基準（</a:t>
            </a:r>
            <a:r>
              <a:rPr kumimoji="1" lang="en-US" altLang="ja-JP" sz="1600" b="1" dirty="0"/>
              <a:t>Context</a:t>
            </a:r>
            <a:r>
              <a:rPr kumimoji="1" lang="ja-JP" altLang="en-US" sz="1600" dirty="0"/>
              <a:t>）あるいは事前学習に沿って</a:t>
            </a:r>
            <a:br>
              <a:rPr kumimoji="1" lang="en-US" altLang="ja-JP" sz="1600" dirty="0"/>
            </a:br>
            <a:r>
              <a:rPr kumimoji="1" lang="ja-JP" altLang="en-US" sz="1600" b="1" dirty="0"/>
              <a:t>演算</a:t>
            </a:r>
            <a:r>
              <a:rPr lang="ja-JP" altLang="en-US" sz="1600" dirty="0"/>
              <a:t>させているに過ぎない　（自然言語的計算機？）</a:t>
            </a:r>
            <a:endParaRPr kumimoji="1" lang="en-US" altLang="ja-JP" sz="1600" dirty="0"/>
          </a:p>
          <a:p>
            <a:pPr lvl="1"/>
            <a:endParaRPr lang="en-US" altLang="ja-JP" sz="1600" dirty="0"/>
          </a:p>
          <a:p>
            <a:pPr marL="257173" lvl="1" indent="0">
              <a:buNone/>
            </a:pPr>
            <a:r>
              <a:rPr lang="ja-JP" altLang="en-US" sz="1600" dirty="0"/>
              <a:t>晩年の</a:t>
            </a:r>
            <a:r>
              <a:rPr lang="en-US" altLang="ja-JP" sz="1600" dirty="0"/>
              <a:t>Smith</a:t>
            </a:r>
            <a:r>
              <a:rPr lang="ja-JP" altLang="en-US" sz="1600" dirty="0"/>
              <a:t>は、「</a:t>
            </a:r>
            <a:r>
              <a:rPr lang="en-US" altLang="ja-JP" sz="1600" b="1" dirty="0"/>
              <a:t>AI</a:t>
            </a:r>
            <a:r>
              <a:rPr lang="ja-JP" altLang="en-US" sz="1600" b="1" dirty="0"/>
              <a:t>の圧倒的な演算力を前に、人間が判断の重要性を見失う</a:t>
            </a:r>
            <a:r>
              <a:rPr lang="ja-JP" altLang="en-US" sz="1600" dirty="0"/>
              <a:t>」</a:t>
            </a:r>
            <a:br>
              <a:rPr lang="en-US" altLang="ja-JP" sz="1600" dirty="0"/>
            </a:br>
            <a:r>
              <a:rPr lang="ja-JP" altLang="en-US" sz="1600" dirty="0"/>
              <a:t>ことを危惧していたそう</a:t>
            </a:r>
            <a:endParaRPr lang="en-US" altLang="ja-JP" sz="1600" dirty="0"/>
          </a:p>
          <a:p>
            <a:pPr lvl="2"/>
            <a:r>
              <a:rPr lang="en-US" altLang="ja-JP" sz="1600" dirty="0">
                <a:hlinkClick r:id="rId2"/>
              </a:rPr>
              <a:t>On Brian Cantwell Smith and the Promise of AI</a:t>
            </a:r>
            <a:endParaRPr lang="ja-JP" altLang="en-US" sz="1600" dirty="0"/>
          </a:p>
          <a:p>
            <a:pPr marL="257173" lvl="1" indent="0">
              <a:buNone/>
            </a:pPr>
            <a:endParaRPr kumimoji="1" lang="en-US" altLang="ja-JP" sz="1600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A4BDA9A-4807-9063-214E-28E79A10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枠組み: 判断（Judgment）と演算（Reckoning）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A22153F-3E1F-BA1D-0DF0-6F902F1C1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292" y="980728"/>
            <a:ext cx="2324708" cy="290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5109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>
          <a:xfrm>
            <a:off x="429960" y="1282427"/>
            <a:ext cx="9059544" cy="4894536"/>
          </a:xfrm>
        </p:spPr>
        <p:txBody>
          <a:bodyPr>
            <a:normAutofit fontScale="92500" lnSpcReduction="20000"/>
          </a:bodyPr>
          <a:lstStyle/>
          <a:p>
            <a:pPr marL="257173" lvl="1" indent="0">
              <a:buNone/>
            </a:pPr>
            <a:r>
              <a:rPr lang="en-US" altLang="ja-JP" sz="2400" b="1" dirty="0"/>
              <a:t>Judgement</a:t>
            </a:r>
            <a:r>
              <a:rPr lang="ja-JP" altLang="en-US" sz="2400" b="1" dirty="0"/>
              <a:t>の定義</a:t>
            </a:r>
            <a:endParaRPr lang="en-US" altLang="ja-JP" sz="2400" b="1" dirty="0"/>
          </a:p>
          <a:p>
            <a:pPr lvl="1"/>
            <a:r>
              <a:rPr lang="en-US" altLang="ja-JP" sz="2400" b="1" dirty="0"/>
              <a:t>&gt; </a:t>
            </a:r>
            <a:r>
              <a:rPr lang="en-US" altLang="ja-JP" sz="2400" dirty="0"/>
              <a:t>a form of dispassionate deliberative thought, grounded in ethical commitment and responsible action, appropriate to the situation in which it is deployed</a:t>
            </a:r>
          </a:p>
          <a:p>
            <a:pPr lvl="1"/>
            <a:r>
              <a:rPr lang="ja-JP" altLang="en-US" sz="2400" dirty="0"/>
              <a:t>訳：倫理的な</a:t>
            </a:r>
            <a:r>
              <a:rPr lang="ja-JP" altLang="en-US" sz="2400" b="1" dirty="0"/>
              <a:t>責任</a:t>
            </a:r>
            <a:r>
              <a:rPr lang="ja-JP" altLang="en-US" sz="2400" dirty="0"/>
              <a:t>と誠実な行動に基づき、その場の状況にふさわしい形で発揮される、冷静で慎重な思考のあり方。</a:t>
            </a:r>
            <a:endParaRPr lang="en-US" altLang="ja-JP" sz="2400" dirty="0"/>
          </a:p>
          <a:p>
            <a:pPr lvl="1"/>
            <a:endParaRPr lang="en-US" altLang="ja-JP" sz="2400" b="1" dirty="0"/>
          </a:p>
          <a:p>
            <a:pPr lvl="1"/>
            <a:r>
              <a:rPr lang="ja-JP" altLang="en-US" sz="2400" dirty="0"/>
              <a:t>人間：</a:t>
            </a:r>
            <a:r>
              <a:rPr lang="ja-JP" altLang="en-US" sz="2400" b="1" dirty="0"/>
              <a:t>掛け金</a:t>
            </a:r>
            <a:r>
              <a:rPr lang="ja-JP" altLang="en-US" sz="2400" dirty="0"/>
              <a:t>を持つ主体として生きる</a:t>
            </a:r>
            <a:endParaRPr kumimoji="1" lang="en-US" altLang="ja-JP" sz="2400" dirty="0"/>
          </a:p>
          <a:p>
            <a:pPr lvl="2"/>
            <a:r>
              <a:rPr kumimoji="1" lang="ja-JP" altLang="en-US" sz="2400" dirty="0"/>
              <a:t>違和感を問いとして言語化し、</a:t>
            </a:r>
            <a:endParaRPr kumimoji="1" lang="en-US" altLang="ja-JP" sz="2400" dirty="0"/>
          </a:p>
          <a:p>
            <a:pPr lvl="2"/>
            <a:r>
              <a:rPr kumimoji="1" lang="ja-JP" altLang="en-US" sz="2400" dirty="0"/>
              <a:t>満足できる条件を策定し、</a:t>
            </a:r>
            <a:endParaRPr kumimoji="1" lang="en-US" altLang="ja-JP" sz="2400" dirty="0"/>
          </a:p>
          <a:p>
            <a:pPr lvl="2"/>
            <a:r>
              <a:rPr kumimoji="1" lang="ja-JP" altLang="en-US" sz="2400" dirty="0"/>
              <a:t>受け入れるトレードオフを決める</a:t>
            </a:r>
            <a:endParaRPr kumimoji="1" lang="en-US" altLang="ja-JP" sz="2400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結び: 人間が引き受けるべきこと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953D7-D1D8-9872-F82B-C58E1A08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1">
            <a:extLst>
              <a:ext uri="{FF2B5EF4-FFF2-40B4-BE49-F238E27FC236}">
                <a16:creationId xmlns:a16="http://schemas.microsoft.com/office/drawing/2014/main" id="{C234E5C6-7308-DBB9-103E-90172E568EEC}"/>
              </a:ext>
            </a:extLst>
          </p:cNvPr>
          <p:cNvSpPr txBox="1">
            <a:spLocks/>
          </p:cNvSpPr>
          <p:nvPr/>
        </p:nvSpPr>
        <p:spPr>
          <a:xfrm>
            <a:off x="0" y="1000000"/>
            <a:ext cx="9906000" cy="4800000"/>
          </a:xfrm>
          <a:prstGeom prst="rect">
            <a:avLst/>
          </a:prstGeom>
        </p:spPr>
        <p:txBody>
          <a:bodyPr vert="horz" lIns="91440" tIns="91440" rIns="91440" bIns="91440" rtlCol="0" anchor="ctr">
            <a:normAutofit/>
          </a:bodyPr>
          <a:lstStyle>
            <a:lvl1pPr algn="ctr">
              <a:defRPr kumimoji="1" sz="2400">
                <a:solidFill>
                  <a:schemeClr val="tx1"/>
                </a:solidFill>
                <a:latin typeface="+mn-ea"/>
              </a:defRPr>
            </a:lvl1pPr>
          </a:lstStyle>
          <a:p>
            <a:pPr lvl="1"/>
            <a:r>
              <a:rPr lang="ja-JP" altLang="en-US" sz="3600" dirty="0"/>
              <a:t>　　　設計（エンジニアリング）🧑‍💻</a:t>
            </a:r>
            <a:endParaRPr lang="en-US" altLang="ja-JP" sz="3600" dirty="0"/>
          </a:p>
          <a:p>
            <a:pPr lvl="1"/>
            <a:endParaRPr lang="en-US" altLang="ja-JP" sz="3600" dirty="0"/>
          </a:p>
          <a:p>
            <a:pPr lvl="1"/>
            <a:r>
              <a:rPr lang="ja-JP" altLang="en-US" sz="3600" dirty="0"/>
              <a:t>　　　　　　　　↓</a:t>
            </a:r>
            <a:r>
              <a:rPr lang="ja-JP" altLang="en-US" sz="2800" dirty="0"/>
              <a:t>判断</a:t>
            </a:r>
            <a:r>
              <a:rPr lang="ja-JP" altLang="en-US" sz="3600" dirty="0"/>
              <a:t>↓</a:t>
            </a:r>
            <a:br>
              <a:rPr lang="en-US" altLang="ja-JP" sz="3600" dirty="0"/>
            </a:br>
            <a:endParaRPr lang="en-US" altLang="ja-JP" sz="3600" dirty="0"/>
          </a:p>
          <a:p>
            <a:pPr lvl="1"/>
            <a:r>
              <a:rPr lang="ja-JP" altLang="en-US" sz="3600" dirty="0"/>
              <a:t>「</a:t>
            </a:r>
            <a:r>
              <a:rPr lang="ja-JP" altLang="en-US" sz="2800" dirty="0"/>
              <a:t>判断 🙆→ 演算 🤖→ 判断🙅 → 演算🤖→判断 🙆」</a:t>
            </a:r>
            <a:br>
              <a:rPr lang="en-US" altLang="ja-JP" dirty="0"/>
            </a:b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065842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KENTEMテンプレート">
      <a:dk1>
        <a:srgbClr val="1E1E1E"/>
      </a:dk1>
      <a:lt1>
        <a:srgbClr val="FFFFFF"/>
      </a:lt1>
      <a:dk2>
        <a:srgbClr val="B3B3B3"/>
      </a:dk2>
      <a:lt2>
        <a:srgbClr val="F2F2F2"/>
      </a:lt2>
      <a:accent1>
        <a:srgbClr val="FDD000"/>
      </a:accent1>
      <a:accent2>
        <a:srgbClr val="00BFA6"/>
      </a:accent2>
      <a:accent3>
        <a:srgbClr val="40A6E6"/>
      </a:accent3>
      <a:accent4>
        <a:srgbClr val="F3271A"/>
      </a:accent4>
      <a:accent5>
        <a:srgbClr val="F2762E"/>
      </a:accent5>
      <a:accent6>
        <a:srgbClr val="97B1AB"/>
      </a:accent6>
      <a:hlink>
        <a:srgbClr val="0070C0"/>
      </a:hlink>
      <a:folHlink>
        <a:srgbClr val="0070C0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ンプレート" id="{F11C7BB4-7BEF-41A9-B54E-EBBAC349AD90}" vid="{FD0F4BAD-71E0-4F59-8C3C-B0C7638B763E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2501</TotalTime>
  <Words>2051</Words>
  <Application>Microsoft Office PowerPoint</Application>
  <PresentationFormat>A4 210 x 297 mm</PresentationFormat>
  <Paragraphs>258</Paragraphs>
  <Slides>33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33</vt:i4>
      </vt:variant>
    </vt:vector>
  </HeadingPairs>
  <TitlesOfParts>
    <vt:vector size="36" baseType="lpstr">
      <vt:lpstr>游ゴシック</vt:lpstr>
      <vt:lpstr>Arial</vt:lpstr>
      <vt:lpstr>1_Office テーマ</vt:lpstr>
      <vt:lpstr>ワークフローを設計する</vt:lpstr>
      <vt:lpstr>PowerPoint プレゼンテーション</vt:lpstr>
      <vt:lpstr>PowerPoint プレゼンテーション</vt:lpstr>
      <vt:lpstr>事例1 ドキュメント同期パイプライン</vt:lpstr>
      <vt:lpstr>何をしたかったか？</vt:lpstr>
      <vt:lpstr>制約：何を気にする必要があったか</vt:lpstr>
      <vt:lpstr>何を作った？　 ①ローカルからGrowiを更新するためのCLIツール</vt:lpstr>
      <vt:lpstr>何を作った？ ②PUSHしたらGrowiに同期する Github Actions</vt:lpstr>
      <vt:lpstr>何が良かったか？</vt:lpstr>
      <vt:lpstr>作り方を作る　エンジニアリング エンジニアリング</vt:lpstr>
      <vt:lpstr>事例2　AIレビューワークフロー</vt:lpstr>
      <vt:lpstr>AIレビューアンチパターン</vt:lpstr>
      <vt:lpstr>コードレビューとはなにか</vt:lpstr>
      <vt:lpstr>卍俺流最強レビューワークフロー卍：実践</vt:lpstr>
      <vt:lpstr>実践例</vt:lpstr>
      <vt:lpstr>実践例</vt:lpstr>
      <vt:lpstr>実践例</vt:lpstr>
      <vt:lpstr>実践例</vt:lpstr>
      <vt:lpstr>実践例</vt:lpstr>
      <vt:lpstr>実践例</vt:lpstr>
      <vt:lpstr>実践例</vt:lpstr>
      <vt:lpstr>ワークフローの概要</vt:lpstr>
      <vt:lpstr>人間の責任　AIへの責任委譲</vt:lpstr>
      <vt:lpstr>結び: 人間が引き受けるべきこと</vt:lpstr>
      <vt:lpstr>判断（Judgment）と 演算（Reckoning）</vt:lpstr>
      <vt:lpstr>Brian Cantwell Smith って何者？</vt:lpstr>
      <vt:lpstr>枠組み: 判断（Judgment）と演算（Reckoning）</vt:lpstr>
      <vt:lpstr>今日話した2つの仕組み</vt:lpstr>
      <vt:lpstr>エンジニアリングとは判断（Judgement）である</vt:lpstr>
      <vt:lpstr>ワークフローの概要</vt:lpstr>
      <vt:lpstr>枠組み: 判断（Judgment）と演算（Reckoning）</vt:lpstr>
      <vt:lpstr>結び: 人間が引き受けるべきこと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松本　紗規子</dc:creator>
  <cp:lastModifiedBy>森 大樹</cp:lastModifiedBy>
  <cp:revision>1055</cp:revision>
  <cp:lastPrinted>2021-05-06T02:35:10Z</cp:lastPrinted>
  <dcterms:created xsi:type="dcterms:W3CDTF">2020-11-02T06:12:12Z</dcterms:created>
  <dcterms:modified xsi:type="dcterms:W3CDTF">2026-04-05T16:17:17Z</dcterms:modified>
</cp:coreProperties>
</file>