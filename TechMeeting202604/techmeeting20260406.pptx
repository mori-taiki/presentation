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30"/>
  </p:notesMasterIdLst>
  <p:handoutMasterIdLst>
    <p:handoutMasterId r:id="rId31"/>
  </p:handoutMasterIdLst>
  <p:sldIdLst>
    <p:sldId id="318" r:id="rId2"/>
    <p:sldId id="281" r:id="rId3"/>
    <p:sldId id="322" r:id="rId4"/>
    <p:sldId id="312" r:id="rId5"/>
    <p:sldId id="338" r:id="rId6"/>
    <p:sldId id="319" r:id="rId7"/>
    <p:sldId id="321" r:id="rId8"/>
    <p:sldId id="320" r:id="rId9"/>
    <p:sldId id="324" r:id="rId10"/>
    <p:sldId id="325" r:id="rId11"/>
    <p:sldId id="340" r:id="rId12"/>
    <p:sldId id="326" r:id="rId13"/>
    <p:sldId id="323" r:id="rId14"/>
    <p:sldId id="327" r:id="rId15"/>
    <p:sldId id="328" r:id="rId16"/>
    <p:sldId id="329" r:id="rId17"/>
    <p:sldId id="330" r:id="rId18"/>
    <p:sldId id="331" r:id="rId19"/>
    <p:sldId id="332" r:id="rId20"/>
    <p:sldId id="343" r:id="rId21"/>
    <p:sldId id="342" r:id="rId22"/>
    <p:sldId id="333" r:id="rId23"/>
    <p:sldId id="337" r:id="rId24"/>
    <p:sldId id="339" r:id="rId25"/>
    <p:sldId id="334" r:id="rId26"/>
    <p:sldId id="341" r:id="rId27"/>
    <p:sldId id="335" r:id="rId28"/>
    <p:sldId id="336" r:id="rId29"/>
  </p:sldIdLst>
  <p:sldSz cx="9906000" cy="6858000" type="A4"/>
  <p:notesSz cx="6735763" cy="98663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  <p15:guide id="3" pos="5796" userDrawn="1">
          <p15:clr>
            <a:srgbClr val="F26B43"/>
          </p15:clr>
        </p15:guide>
        <p15:guide id="4" pos="444" userDrawn="1">
          <p15:clr>
            <a:srgbClr val="F26B43"/>
          </p15:clr>
        </p15:guide>
        <p15:guide id="5" orient="horz" pos="595" userDrawn="1">
          <p15:clr>
            <a:srgbClr val="F26B43"/>
          </p15:clr>
        </p15:guide>
        <p15:guide id="6" orient="horz" pos="4042" userDrawn="1">
          <p15:clr>
            <a:srgbClr val="F26B43"/>
          </p15:clr>
        </p15:guide>
        <p15:guide id="9" pos="3324" userDrawn="1">
          <p15:clr>
            <a:srgbClr val="F26B43"/>
          </p15:clr>
        </p15:guide>
        <p15:guide id="10" pos="2145" userDrawn="1">
          <p15:clr>
            <a:srgbClr val="F26B43"/>
          </p15:clr>
        </p15:guide>
        <p15:guide id="11" pos="4095" userDrawn="1">
          <p15:clr>
            <a:srgbClr val="F26B43"/>
          </p15:clr>
        </p15:guide>
        <p15:guide id="12" pos="2916" userDrawn="1">
          <p15:clr>
            <a:srgbClr val="F26B43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松本　紗規子" initials="松本　紗規子" lastIdx="1" clrIdx="0">
    <p:extLst>
      <p:ext uri="{19B8F6BF-5375-455C-9EA6-DF929625EA0E}">
        <p15:presenceInfo xmlns:p15="http://schemas.microsoft.com/office/powerpoint/2012/main" userId="S::sa-matsumoto@kentem.onmicrosoft.com::5d7b7419-a4d7-4205-81a0-ec99ac06290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271A"/>
    <a:srgbClr val="FDD000"/>
    <a:srgbClr val="E6E6E6"/>
    <a:srgbClr val="000000"/>
    <a:srgbClr val="D9D9D9"/>
    <a:srgbClr val="B3B3B3"/>
    <a:srgbClr val="40A6E6"/>
    <a:srgbClr val="FFFFFF"/>
    <a:srgbClr val="F2F2F2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CF546CC-C669-462A-B718-C31FD42A0005}" v="36" dt="2021-03-23T01:26:47.9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37" autoAdjust="0"/>
    <p:restoredTop sz="95214" autoAdjust="0"/>
  </p:normalViewPr>
  <p:slideViewPr>
    <p:cSldViewPr>
      <p:cViewPr varScale="1">
        <p:scale>
          <a:sx n="85" d="100"/>
          <a:sy n="85" d="100"/>
        </p:scale>
        <p:origin x="1124" y="280"/>
      </p:cViewPr>
      <p:guideLst>
        <p:guide orient="horz" pos="2160"/>
        <p:guide pos="3120"/>
        <p:guide pos="5796"/>
        <p:guide pos="444"/>
        <p:guide orient="horz" pos="595"/>
        <p:guide orient="horz" pos="4042"/>
        <p:guide pos="3324"/>
        <p:guide pos="2145"/>
        <p:guide pos="4095"/>
        <p:guide pos="291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78" d="100"/>
          <a:sy n="78" d="100"/>
        </p:scale>
        <p:origin x="3996" y="96"/>
      </p:cViewPr>
      <p:guideLst/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commentAuthors" Target="commentAuthors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市川　卓" userId="918186a9-4936-4767-923a-3be65c1d7e18" providerId="ADAL" clId="{8CF546CC-C669-462A-B718-C31FD42A0005}"/>
    <pc:docChg chg="custSel addSld delSld modSld modMainMaster">
      <pc:chgData name="市川　卓" userId="918186a9-4936-4767-923a-3be65c1d7e18" providerId="ADAL" clId="{8CF546CC-C669-462A-B718-C31FD42A0005}" dt="2021-03-23T01:26:47.940" v="196"/>
      <pc:docMkLst>
        <pc:docMk/>
      </pc:docMkLst>
      <pc:sldChg chg="modSp mod">
        <pc:chgData name="市川　卓" userId="918186a9-4936-4767-923a-3be65c1d7e18" providerId="ADAL" clId="{8CF546CC-C669-462A-B718-C31FD42A0005}" dt="2021-03-23T01:26:38.484" v="191"/>
        <pc:sldMkLst>
          <pc:docMk/>
          <pc:sldMk cId="4280470710" sldId="294"/>
        </pc:sldMkLst>
        <pc:spChg chg="mod">
          <ac:chgData name="市川　卓" userId="918186a9-4936-4767-923a-3be65c1d7e18" providerId="ADAL" clId="{8CF546CC-C669-462A-B718-C31FD42A0005}" dt="2021-03-23T01:26:38.484" v="191"/>
          <ac:spMkLst>
            <pc:docMk/>
            <pc:sldMk cId="4280470710" sldId="294"/>
            <ac:spMk id="4" creationId="{A4F7849A-3771-4FDF-9E02-25A60A16513B}"/>
          </ac:spMkLst>
        </pc:spChg>
      </pc:sldChg>
      <pc:sldChg chg="modSp mod">
        <pc:chgData name="市川　卓" userId="918186a9-4936-4767-923a-3be65c1d7e18" providerId="ADAL" clId="{8CF546CC-C669-462A-B718-C31FD42A0005}" dt="2021-03-23T01:26:47.940" v="196"/>
        <pc:sldMkLst>
          <pc:docMk/>
          <pc:sldMk cId="3168707527" sldId="295"/>
        </pc:sldMkLst>
        <pc:spChg chg="mod">
          <ac:chgData name="市川　卓" userId="918186a9-4936-4767-923a-3be65c1d7e18" providerId="ADAL" clId="{8CF546CC-C669-462A-B718-C31FD42A0005}" dt="2021-03-23T01:26:47.940" v="196"/>
          <ac:spMkLst>
            <pc:docMk/>
            <pc:sldMk cId="3168707527" sldId="295"/>
            <ac:spMk id="4" creationId="{A4F7849A-3771-4FDF-9E02-25A60A16513B}"/>
          </ac:spMkLst>
        </pc:spChg>
      </pc:sldChg>
      <pc:sldChg chg="addSp delSp modSp new mod modClrScheme chgLayout">
        <pc:chgData name="市川　卓" userId="918186a9-4936-4767-923a-3be65c1d7e18" providerId="ADAL" clId="{8CF546CC-C669-462A-B718-C31FD42A0005}" dt="2021-03-23T01:22:39.553" v="176" actId="700"/>
        <pc:sldMkLst>
          <pc:docMk/>
          <pc:sldMk cId="1198207210" sldId="319"/>
        </pc:sldMkLst>
        <pc:spChg chg="del">
          <ac:chgData name="市川　卓" userId="918186a9-4936-4767-923a-3be65c1d7e18" providerId="ADAL" clId="{8CF546CC-C669-462A-B718-C31FD42A0005}" dt="2021-03-23T01:20:25.120" v="163" actId="700"/>
          <ac:spMkLst>
            <pc:docMk/>
            <pc:sldMk cId="1198207210" sldId="319"/>
            <ac:spMk id="2" creationId="{55B5715D-BAA3-4E2D-A8E7-3046102EEA35}"/>
          </ac:spMkLst>
        </pc:spChg>
        <pc:spChg chg="del">
          <ac:chgData name="市川　卓" userId="918186a9-4936-4767-923a-3be65c1d7e18" providerId="ADAL" clId="{8CF546CC-C669-462A-B718-C31FD42A0005}" dt="2021-03-23T01:20:25.120" v="163" actId="700"/>
          <ac:spMkLst>
            <pc:docMk/>
            <pc:sldMk cId="1198207210" sldId="319"/>
            <ac:spMk id="3" creationId="{6C41FF48-7C47-4D6C-BB87-9B9C37929DF2}"/>
          </ac:spMkLst>
        </pc:spChg>
        <pc:spChg chg="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4" creationId="{E545518E-D921-493E-90BD-19C3B09F2C6A}"/>
          </ac:spMkLst>
        </pc:spChg>
        <pc:spChg chg="add del mod ord">
          <ac:chgData name="市川　卓" userId="918186a9-4936-4767-923a-3be65c1d7e18" providerId="ADAL" clId="{8CF546CC-C669-462A-B718-C31FD42A0005}" dt="2021-03-23T01:20:30.693" v="164" actId="700"/>
          <ac:spMkLst>
            <pc:docMk/>
            <pc:sldMk cId="1198207210" sldId="319"/>
            <ac:spMk id="5" creationId="{0BD127DE-FD8A-4A45-B3ED-DBA92371FCC3}"/>
          </ac:spMkLst>
        </pc:spChg>
        <pc:spChg chg="add del mod ord">
          <ac:chgData name="市川　卓" userId="918186a9-4936-4767-923a-3be65c1d7e18" providerId="ADAL" clId="{8CF546CC-C669-462A-B718-C31FD42A0005}" dt="2021-03-23T01:20:30.693" v="164" actId="700"/>
          <ac:spMkLst>
            <pc:docMk/>
            <pc:sldMk cId="1198207210" sldId="319"/>
            <ac:spMk id="6" creationId="{0A1DF75C-3D7F-4FCF-901D-B191D4AFE530}"/>
          </ac:spMkLst>
        </pc:spChg>
        <pc:spChg chg="add del mod ord">
          <ac:chgData name="市川　卓" userId="918186a9-4936-4767-923a-3be65c1d7e18" providerId="ADAL" clId="{8CF546CC-C669-462A-B718-C31FD42A0005}" dt="2021-03-23T01:20:36.105" v="165" actId="700"/>
          <ac:spMkLst>
            <pc:docMk/>
            <pc:sldMk cId="1198207210" sldId="319"/>
            <ac:spMk id="7" creationId="{93593507-3EA2-4520-8CAD-78EB4A286CAE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8" creationId="{16F07EB1-9494-4BAE-9749-F29D0DB67E19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9" creationId="{8742670A-32CE-439D-9F61-AE6A61E2C629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10" creationId="{89256765-6CF2-4592-9EE0-CC61F1B43828}"/>
          </ac:spMkLst>
        </pc:spChg>
        <pc:spChg chg="add del mod ord">
          <ac:chgData name="市川　卓" userId="918186a9-4936-4767-923a-3be65c1d7e18" providerId="ADAL" clId="{8CF546CC-C669-462A-B718-C31FD42A0005}" dt="2021-03-23T01:20:46.865" v="167" actId="700"/>
          <ac:spMkLst>
            <pc:docMk/>
            <pc:sldMk cId="1198207210" sldId="319"/>
            <ac:spMk id="11" creationId="{A96FFE36-FCFA-4BF5-B517-231A1C03E2D9}"/>
          </ac:spMkLst>
        </pc:spChg>
        <pc:spChg chg="add del mod ord">
          <ac:chgData name="市川　卓" userId="918186a9-4936-4767-923a-3be65c1d7e18" providerId="ADAL" clId="{8CF546CC-C669-462A-B718-C31FD42A0005}" dt="2021-03-23T01:20:46.865" v="167" actId="700"/>
          <ac:spMkLst>
            <pc:docMk/>
            <pc:sldMk cId="1198207210" sldId="319"/>
            <ac:spMk id="12" creationId="{7EF4F0B7-BF25-4BF0-B7E7-18E08DF5DB9F}"/>
          </ac:spMkLst>
        </pc:spChg>
        <pc:spChg chg="add del mod ord">
          <ac:chgData name="市川　卓" userId="918186a9-4936-4767-923a-3be65c1d7e18" providerId="ADAL" clId="{8CF546CC-C669-462A-B718-C31FD42A0005}" dt="2021-03-23T01:20:56.075" v="168" actId="700"/>
          <ac:spMkLst>
            <pc:docMk/>
            <pc:sldMk cId="1198207210" sldId="319"/>
            <ac:spMk id="13" creationId="{B168DD99-CE2D-48F5-8E88-0DBF1C491149}"/>
          </ac:spMkLst>
        </pc:spChg>
        <pc:spChg chg="add del mod ord">
          <ac:chgData name="市川　卓" userId="918186a9-4936-4767-923a-3be65c1d7e18" providerId="ADAL" clId="{8CF546CC-C669-462A-B718-C31FD42A0005}" dt="2021-03-23T01:20:56.075" v="168" actId="700"/>
          <ac:spMkLst>
            <pc:docMk/>
            <pc:sldMk cId="1198207210" sldId="319"/>
            <ac:spMk id="14" creationId="{E9F50716-3DB4-42B5-BFC9-D2FB9DFBEEFD}"/>
          </ac:spMkLst>
        </pc:spChg>
        <pc:spChg chg="add del mod ord">
          <ac:chgData name="市川　卓" userId="918186a9-4936-4767-923a-3be65c1d7e18" providerId="ADAL" clId="{8CF546CC-C669-462A-B718-C31FD42A0005}" dt="2021-03-23T01:21:01.801" v="169" actId="700"/>
          <ac:spMkLst>
            <pc:docMk/>
            <pc:sldMk cId="1198207210" sldId="319"/>
            <ac:spMk id="15" creationId="{19E0D723-587C-4BCD-B584-2009E5CCA06A}"/>
          </ac:spMkLst>
        </pc:spChg>
        <pc:spChg chg="add del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6" creationId="{84E765C6-8942-4B08-B916-D68A6E4C944B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7" creationId="{DD0A3361-802C-40F7-832C-B98FF8928BCC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8" creationId="{F7F0E13D-98E6-41B4-AE2B-CA913B3AEA6E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9" creationId="{97BF4AE6-356D-4DE8-A706-1287E3E81A23}"/>
          </ac:spMkLst>
        </pc:spChg>
      </pc:sldChg>
      <pc:sldChg chg="addSp delSp modSp new del mod modClrScheme chgLayout">
        <pc:chgData name="市川　卓" userId="918186a9-4936-4767-923a-3be65c1d7e18" providerId="ADAL" clId="{8CF546CC-C669-462A-B718-C31FD42A0005}" dt="2021-03-23T01:15:02.781" v="21" actId="47"/>
        <pc:sldMkLst>
          <pc:docMk/>
          <pc:sldMk cId="2630060054" sldId="319"/>
        </pc:sldMkLst>
        <pc:spChg chg="del mod ord">
          <ac:chgData name="市川　卓" userId="918186a9-4936-4767-923a-3be65c1d7e18" providerId="ADAL" clId="{8CF546CC-C669-462A-B718-C31FD42A0005}" dt="2021-03-23T01:13:35.480" v="1" actId="700"/>
          <ac:spMkLst>
            <pc:docMk/>
            <pc:sldMk cId="2630060054" sldId="319"/>
            <ac:spMk id="2" creationId="{8C7EE990-E0C1-4130-B0F4-4EC78F7BE10D}"/>
          </ac:spMkLst>
        </pc:spChg>
        <pc:spChg chg="del mod ord">
          <ac:chgData name="市川　卓" userId="918186a9-4936-4767-923a-3be65c1d7e18" providerId="ADAL" clId="{8CF546CC-C669-462A-B718-C31FD42A0005}" dt="2021-03-23T01:13:35.480" v="1" actId="700"/>
          <ac:spMkLst>
            <pc:docMk/>
            <pc:sldMk cId="2630060054" sldId="319"/>
            <ac:spMk id="3" creationId="{768BC4A8-C176-4753-B358-7C352AA69CA2}"/>
          </ac:spMkLst>
        </pc:spChg>
        <pc:spChg chg="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4" creationId="{E4DC7FDD-C655-40C7-9098-D905BC15CDF1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5" creationId="{0F500831-4D20-4D06-9980-D95DF883DE5D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6" creationId="{9E6C9889-489D-4658-A144-24E066B1FF36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7" creationId="{B89E9CC6-13C6-4D00-A900-FE96BA38C4C8}"/>
          </ac:spMkLst>
        </pc:spChg>
        <pc:spChg chg="add del mod ord">
          <ac:chgData name="市川　卓" userId="918186a9-4936-4767-923a-3be65c1d7e18" providerId="ADAL" clId="{8CF546CC-C669-462A-B718-C31FD42A0005}" dt="2021-03-23T01:13:46.058" v="3" actId="700"/>
          <ac:spMkLst>
            <pc:docMk/>
            <pc:sldMk cId="2630060054" sldId="319"/>
            <ac:spMk id="8" creationId="{D7689733-F8E0-47C3-8841-910685B0B120}"/>
          </ac:spMkLst>
        </pc:spChg>
        <pc:spChg chg="add del mod ord">
          <ac:chgData name="市川　卓" userId="918186a9-4936-4767-923a-3be65c1d7e18" providerId="ADAL" clId="{8CF546CC-C669-462A-B718-C31FD42A0005}" dt="2021-03-23T01:13:51.395" v="4" actId="700"/>
          <ac:spMkLst>
            <pc:docMk/>
            <pc:sldMk cId="2630060054" sldId="319"/>
            <ac:spMk id="9" creationId="{EFB86DB5-692E-4088-A70B-78947F75F8B9}"/>
          </ac:spMkLst>
        </pc:spChg>
        <pc:spChg chg="add del mod ord">
          <ac:chgData name="市川　卓" userId="918186a9-4936-4767-923a-3be65c1d7e18" providerId="ADAL" clId="{8CF546CC-C669-462A-B718-C31FD42A0005}" dt="2021-03-23T01:13:51.395" v="4" actId="700"/>
          <ac:spMkLst>
            <pc:docMk/>
            <pc:sldMk cId="2630060054" sldId="319"/>
            <ac:spMk id="10" creationId="{C4E5299E-B8FA-4543-8140-D751E68E76AA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1" creationId="{3B053275-541F-409A-9B3C-CBD465B91C39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2" creationId="{6EC0638B-6C41-467A-9DF3-1859636A72DC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3" creationId="{DE615F6B-9D86-49F1-AAA4-19E2A716DAE7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4" creationId="{FF22D9E4-17AD-44B0-9C0C-DB19F353D26E}"/>
          </ac:spMkLst>
        </pc:spChg>
        <pc:spChg chg="add del mod ord">
          <ac:chgData name="市川　卓" userId="918186a9-4936-4767-923a-3be65c1d7e18" providerId="ADAL" clId="{8CF546CC-C669-462A-B718-C31FD42A0005}" dt="2021-03-23T01:14:14.230" v="6" actId="700"/>
          <ac:spMkLst>
            <pc:docMk/>
            <pc:sldMk cId="2630060054" sldId="319"/>
            <ac:spMk id="15" creationId="{8E96B0B7-409D-405C-9F2D-8B5FC6E3D855}"/>
          </ac:spMkLst>
        </pc:spChg>
        <pc:spChg chg="add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6" creationId="{8D028072-CE95-4A5D-9429-3AC42DCB1247}"/>
          </ac:spMkLst>
        </pc:spChg>
        <pc:spChg chg="add del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7" creationId="{F069C250-A8B7-4333-8DF4-5C9438CAABCB}"/>
          </ac:spMkLst>
        </pc:spChg>
        <pc:spChg chg="add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8" creationId="{49A237C9-6D1B-473D-A745-98369F890030}"/>
          </ac:spMkLst>
        </pc:spChg>
      </pc:sldChg>
      <pc:sldMasterChg chg="modSldLayout">
        <pc:chgData name="市川　卓" userId="918186a9-4936-4767-923a-3be65c1d7e18" providerId="ADAL" clId="{8CF546CC-C669-462A-B718-C31FD42A0005}" dt="2021-03-23T01:24:05.120" v="187"/>
        <pc:sldMasterMkLst>
          <pc:docMk/>
          <pc:sldMasterMk cId="3406124352" sldId="2147483660"/>
        </pc:sldMasterMkLst>
        <pc:sldLayoutChg chg="modSp mod">
          <pc:chgData name="市川　卓" userId="918186a9-4936-4767-923a-3be65c1d7e18" providerId="ADAL" clId="{8CF546CC-C669-462A-B718-C31FD42A0005}" dt="2021-03-23T01:18:28.385" v="135"/>
          <pc:sldLayoutMkLst>
            <pc:docMk/>
            <pc:sldMasterMk cId="3406124352" sldId="2147483660"/>
            <pc:sldLayoutMk cId="2796180138" sldId="2147483661"/>
          </pc:sldLayoutMkLst>
          <pc:spChg chg="mod">
            <ac:chgData name="市川　卓" userId="918186a9-4936-4767-923a-3be65c1d7e18" providerId="ADAL" clId="{8CF546CC-C669-462A-B718-C31FD42A0005}" dt="2021-03-23T01:18:20.497" v="119"/>
            <ac:spMkLst>
              <pc:docMk/>
              <pc:sldMasterMk cId="3406124352" sldId="2147483660"/>
              <pc:sldLayoutMk cId="2796180138" sldId="2147483661"/>
              <ac:spMk id="12" creationId="{070BFD7A-9E95-4994-AD60-B44C8EE5291E}"/>
            </ac:spMkLst>
          </pc:spChg>
          <pc:spChg chg="mod">
            <ac:chgData name="市川　卓" userId="918186a9-4936-4767-923a-3be65c1d7e18" providerId="ADAL" clId="{8CF546CC-C669-462A-B718-C31FD42A0005}" dt="2021-03-23T01:18:28.385" v="135"/>
            <ac:spMkLst>
              <pc:docMk/>
              <pc:sldMasterMk cId="3406124352" sldId="2147483660"/>
              <pc:sldLayoutMk cId="2796180138" sldId="2147483661"/>
              <ac:spMk id="13" creationId="{170285FF-7FD2-42AA-8794-969E1D26EE90}"/>
            </ac:spMkLst>
          </pc:spChg>
        </pc:sldLayoutChg>
        <pc:sldLayoutChg chg="addSp delSp modSp mod">
          <pc:chgData name="市川　卓" userId="918186a9-4936-4767-923a-3be65c1d7e18" providerId="ADAL" clId="{8CF546CC-C669-462A-B718-C31FD42A0005}" dt="2021-03-23T01:22:00.708" v="173"/>
          <pc:sldLayoutMkLst>
            <pc:docMk/>
            <pc:sldMasterMk cId="3406124352" sldId="2147483660"/>
            <pc:sldLayoutMk cId="1483238547" sldId="2147483662"/>
          </pc:sldLayoutMkLst>
          <pc:spChg chg="del mod">
            <ac:chgData name="市川　卓" userId="918186a9-4936-4767-923a-3be65c1d7e18" providerId="ADAL" clId="{8CF546CC-C669-462A-B718-C31FD42A0005}" dt="2021-03-23T01:22:00.391" v="172" actId="478"/>
            <ac:spMkLst>
              <pc:docMk/>
              <pc:sldMasterMk cId="3406124352" sldId="2147483660"/>
              <pc:sldLayoutMk cId="1483238547" sldId="2147483662"/>
              <ac:spMk id="5" creationId="{0B4A7AD7-4430-490E-AA10-DA38C920F557}"/>
            </ac:spMkLst>
          </pc:spChg>
          <pc:spChg chg="add mod">
            <ac:chgData name="市川　卓" userId="918186a9-4936-4767-923a-3be65c1d7e18" providerId="ADAL" clId="{8CF546CC-C669-462A-B718-C31FD42A0005}" dt="2021-03-23T01:22:00.708" v="173"/>
            <ac:spMkLst>
              <pc:docMk/>
              <pc:sldMasterMk cId="3406124352" sldId="2147483660"/>
              <pc:sldLayoutMk cId="1483238547" sldId="2147483662"/>
              <ac:spMk id="6" creationId="{FBEA89D0-6CD5-45AF-95C2-21124EFE613B}"/>
            </ac:spMkLst>
          </pc:spChg>
        </pc:sldLayoutChg>
        <pc:sldLayoutChg chg="modSp mod">
          <pc:chgData name="市川　卓" userId="918186a9-4936-4767-923a-3be65c1d7e18" providerId="ADAL" clId="{8CF546CC-C669-462A-B718-C31FD42A0005}" dt="2021-03-23T01:18:54.621" v="155"/>
          <pc:sldLayoutMkLst>
            <pc:docMk/>
            <pc:sldMasterMk cId="3406124352" sldId="2147483660"/>
            <pc:sldLayoutMk cId="438743432" sldId="2147483666"/>
          </pc:sldLayoutMkLst>
          <pc:spChg chg="mod">
            <ac:chgData name="市川　卓" userId="918186a9-4936-4767-923a-3be65c1d7e18" providerId="ADAL" clId="{8CF546CC-C669-462A-B718-C31FD42A0005}" dt="2021-03-23T01:18:54.621" v="155"/>
            <ac:spMkLst>
              <pc:docMk/>
              <pc:sldMasterMk cId="3406124352" sldId="2147483660"/>
              <pc:sldLayoutMk cId="438743432" sldId="2147483666"/>
              <ac:spMk id="2" creationId="{1A9CE2BC-55D2-4D78-8A0D-3E31D3BE3F42}"/>
            </ac:spMkLst>
          </pc:spChg>
        </pc:sldLayoutChg>
        <pc:sldLayoutChg chg="addSp delSp modSp mod">
          <pc:chgData name="市川　卓" userId="918186a9-4936-4767-923a-3be65c1d7e18" providerId="ADAL" clId="{8CF546CC-C669-462A-B718-C31FD42A0005}" dt="2021-03-23T01:24:05.120" v="187"/>
          <pc:sldLayoutMkLst>
            <pc:docMk/>
            <pc:sldMasterMk cId="3406124352" sldId="2147483660"/>
            <pc:sldLayoutMk cId="2061727303" sldId="2147483669"/>
          </pc:sldLayoutMkLst>
          <pc:spChg chg="add del mod">
            <ac:chgData name="市川　卓" userId="918186a9-4936-4767-923a-3be65c1d7e18" providerId="ADAL" clId="{8CF546CC-C669-462A-B718-C31FD42A0005}" dt="2021-03-23T01:22:17.614" v="174" actId="478"/>
            <ac:spMkLst>
              <pc:docMk/>
              <pc:sldMasterMk cId="3406124352" sldId="2147483660"/>
              <pc:sldLayoutMk cId="2061727303" sldId="2147483669"/>
              <ac:spMk id="8" creationId="{3E1DC98A-6FF7-45E6-B7C6-5145EC45877A}"/>
            </ac:spMkLst>
          </pc:spChg>
          <pc:spChg chg="add del mod">
            <ac:chgData name="市川　卓" userId="918186a9-4936-4767-923a-3be65c1d7e18" providerId="ADAL" clId="{8CF546CC-C669-462A-B718-C31FD42A0005}" dt="2021-03-23T01:23:06.012" v="178" actId="478"/>
            <ac:spMkLst>
              <pc:docMk/>
              <pc:sldMasterMk cId="3406124352" sldId="2147483660"/>
              <pc:sldLayoutMk cId="2061727303" sldId="2147483669"/>
              <ac:spMk id="9" creationId="{533E3C44-9370-4FF3-922C-666864F6F91B}"/>
            </ac:spMkLst>
          </pc:spChg>
          <pc:spChg chg="add del mod">
            <ac:chgData name="市川　卓" userId="918186a9-4936-4767-923a-3be65c1d7e18" providerId="ADAL" clId="{8CF546CC-C669-462A-B718-C31FD42A0005}" dt="2021-03-23T01:23:23.957" v="182" actId="478"/>
            <ac:spMkLst>
              <pc:docMk/>
              <pc:sldMasterMk cId="3406124352" sldId="2147483660"/>
              <pc:sldLayoutMk cId="2061727303" sldId="2147483669"/>
              <ac:spMk id="10" creationId="{16FA130D-30C7-43CC-96E0-8D9427AE81EA}"/>
            </ac:spMkLst>
          </pc:spChg>
          <pc:spChg chg="del mod">
            <ac:chgData name="市川　卓" userId="918186a9-4936-4767-923a-3be65c1d7e18" providerId="ADAL" clId="{8CF546CC-C669-462A-B718-C31FD42A0005}" dt="2021-03-23T01:19:38.195" v="160" actId="478"/>
            <ac:spMkLst>
              <pc:docMk/>
              <pc:sldMasterMk cId="3406124352" sldId="2147483660"/>
              <pc:sldLayoutMk cId="2061727303" sldId="2147483669"/>
              <ac:spMk id="11" creationId="{328798FB-521C-44FC-8D18-B1B7EA1C5F17}"/>
            </ac:spMkLst>
          </pc:spChg>
          <pc:spChg chg="add del mod">
            <ac:chgData name="市川　卓" userId="918186a9-4936-4767-923a-3be65c1d7e18" providerId="ADAL" clId="{8CF546CC-C669-462A-B718-C31FD42A0005}" dt="2021-03-23T01:23:37.532" v="186" actId="478"/>
            <ac:spMkLst>
              <pc:docMk/>
              <pc:sldMasterMk cId="3406124352" sldId="2147483660"/>
              <pc:sldLayoutMk cId="2061727303" sldId="2147483669"/>
              <ac:spMk id="12" creationId="{5AFA8B6D-4DA7-4C12-B11A-E634AC6066C2}"/>
            </ac:spMkLst>
          </pc:spChg>
          <pc:spChg chg="add mod">
            <ac:chgData name="市川　卓" userId="918186a9-4936-4767-923a-3be65c1d7e18" providerId="ADAL" clId="{8CF546CC-C669-462A-B718-C31FD42A0005}" dt="2021-03-23T01:24:05.120" v="187"/>
            <ac:spMkLst>
              <pc:docMk/>
              <pc:sldMasterMk cId="3406124352" sldId="2147483660"/>
              <pc:sldLayoutMk cId="2061727303" sldId="2147483669"/>
              <ac:spMk id="13" creationId="{8B35175E-EC93-4AE8-998E-926A28C915DF}"/>
            </ac:spMkLst>
          </pc:spChg>
        </pc:sldLayoutChg>
        <pc:sldLayoutChg chg="modSp mod">
          <pc:chgData name="市川　卓" userId="918186a9-4936-4767-923a-3be65c1d7e18" providerId="ADAL" clId="{8CF546CC-C669-462A-B718-C31FD42A0005}" dt="2021-03-23T01:15:46.343" v="22" actId="14100"/>
          <pc:sldLayoutMkLst>
            <pc:docMk/>
            <pc:sldMasterMk cId="3406124352" sldId="2147483660"/>
            <pc:sldLayoutMk cId="4293387943" sldId="2147483672"/>
          </pc:sldLayoutMkLst>
          <pc:spChg chg="mod">
            <ac:chgData name="市川　卓" userId="918186a9-4936-4767-923a-3be65c1d7e18" providerId="ADAL" clId="{8CF546CC-C669-462A-B718-C31FD42A0005}" dt="2021-03-23T01:15:46.343" v="22" actId="14100"/>
            <ac:spMkLst>
              <pc:docMk/>
              <pc:sldMasterMk cId="3406124352" sldId="2147483660"/>
              <pc:sldLayoutMk cId="4293387943" sldId="2147483672"/>
              <ac:spMk id="3" creationId="{5F426957-CAD6-40F7-8D0C-0F353F53A097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D6CEFADD-2549-4A37-B220-686DF91B6E5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E4538C6-3CC2-4C84-968B-7274B487BD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2DADC9-84AC-47A0-A132-06E0329E8A4A}" type="datetimeFigureOut">
              <a:rPr kumimoji="1" lang="ja-JP" altLang="en-US" smtClean="0"/>
              <a:t>2026/4/2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BEC7C25-3D78-430F-B7C7-48C81D0DEC7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278F1D2-4AE1-4B1E-9591-226E81A1DCC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7BD8BF-A928-4707-9340-61FE96745E9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259650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32AB89-1C3C-45F3-9E77-B76890C91663}" type="datetimeFigureOut">
              <a:rPr kumimoji="1" lang="ja-JP" altLang="en-US" smtClean="0"/>
              <a:t>2026/4/2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63613" y="1233488"/>
            <a:ext cx="4808537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3577" y="4748163"/>
            <a:ext cx="5388610" cy="38848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04881A-4257-43F8-A557-80103A5A89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17703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">
    <p:bg>
      <p:bgPr>
        <a:solidFill>
          <a:srgbClr val="FDD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768CB0C-8DDF-4B1C-9B5E-948800A3B425}"/>
              </a:ext>
            </a:extLst>
          </p:cNvPr>
          <p:cNvSpPr/>
          <p:nvPr userDrawn="1"/>
        </p:nvSpPr>
        <p:spPr>
          <a:xfrm>
            <a:off x="-2" y="3"/>
            <a:ext cx="9906002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>
              <a:solidFill>
                <a:sysClr val="windowText" lastClr="000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A3548E1-C3F3-4D17-A515-2E28DA243018}"/>
              </a:ext>
            </a:extLst>
          </p:cNvPr>
          <p:cNvSpPr/>
          <p:nvPr userDrawn="1"/>
        </p:nvSpPr>
        <p:spPr>
          <a:xfrm>
            <a:off x="5431402" y="104884"/>
            <a:ext cx="4464493" cy="5412348"/>
          </a:xfrm>
          <a:prstGeom prst="roundRect">
            <a:avLst>
              <a:gd name="adj" fmla="val 4205"/>
            </a:avLst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12" name="タイトル 1">
            <a:extLst>
              <a:ext uri="{FF2B5EF4-FFF2-40B4-BE49-F238E27FC236}">
                <a16:creationId xmlns:a16="http://schemas.microsoft.com/office/drawing/2014/main" id="{070BFD7A-9E95-4994-AD60-B44C8EE529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01173" y="2541823"/>
            <a:ext cx="4532968" cy="91344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lnSpc>
                <a:spcPct val="120000"/>
              </a:lnSpc>
              <a:defRPr sz="2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タイトルを入力</a:t>
            </a:r>
          </a:p>
        </p:txBody>
      </p:sp>
      <p:sp>
        <p:nvSpPr>
          <p:cNvPr id="13" name="字幕 2">
            <a:extLst>
              <a:ext uri="{FF2B5EF4-FFF2-40B4-BE49-F238E27FC236}">
                <a16:creationId xmlns:a16="http://schemas.microsoft.com/office/drawing/2014/main" id="{170285FF-7FD2-42AA-8794-969E1D26EE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1174" y="3573019"/>
            <a:ext cx="4529652" cy="46513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1300" b="1">
                <a:solidFill>
                  <a:sysClr val="windowText" lastClr="000000"/>
                </a:solidFill>
                <a:latin typeface="+mn-ea"/>
                <a:ea typeface="+mn-ea"/>
              </a:defRPr>
            </a:lvl1pPr>
            <a:lvl2pPr marL="257173" indent="0" algn="ctr">
              <a:buNone/>
              <a:defRPr sz="1125"/>
            </a:lvl2pPr>
            <a:lvl3pPr marL="514346" indent="0" algn="ctr">
              <a:buNone/>
              <a:defRPr sz="1013"/>
            </a:lvl3pPr>
            <a:lvl4pPr marL="771519" indent="0" algn="ctr">
              <a:buNone/>
              <a:defRPr sz="900"/>
            </a:lvl4pPr>
            <a:lvl5pPr marL="1028691" indent="0" algn="ctr">
              <a:buNone/>
              <a:defRPr sz="900"/>
            </a:lvl5pPr>
            <a:lvl6pPr marL="1285865" indent="0" algn="ctr">
              <a:buNone/>
              <a:defRPr sz="900"/>
            </a:lvl6pPr>
            <a:lvl7pPr marL="1543037" indent="0" algn="ctr">
              <a:buNone/>
              <a:defRPr sz="900"/>
            </a:lvl7pPr>
            <a:lvl8pPr marL="1800210" indent="0" algn="ctr">
              <a:buNone/>
              <a:defRPr sz="900"/>
            </a:lvl8pPr>
            <a:lvl9pPr marL="2057382" indent="0" algn="ctr">
              <a:buNone/>
              <a:defRPr sz="900"/>
            </a:lvl9pPr>
          </a:lstStyle>
          <a:p>
            <a:r>
              <a:rPr kumimoji="1" lang="ja-JP" altLang="en-US" dirty="0"/>
              <a:t>部門名　氏名を入力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C9934ED-B545-4D0C-A886-86D98D48FFE0}"/>
              </a:ext>
            </a:extLst>
          </p:cNvPr>
          <p:cNvSpPr/>
          <p:nvPr userDrawn="1"/>
        </p:nvSpPr>
        <p:spPr>
          <a:xfrm>
            <a:off x="3" y="2501486"/>
            <a:ext cx="272479" cy="974234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B85EA1C-A992-476A-AF5C-9F36A7B93B98}"/>
              </a:ext>
            </a:extLst>
          </p:cNvPr>
          <p:cNvSpPr/>
          <p:nvPr userDrawn="1"/>
        </p:nvSpPr>
        <p:spPr>
          <a:xfrm rot="5400000">
            <a:off x="6877540" y="2488773"/>
            <a:ext cx="5517230" cy="539691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0F33EB5-1BE3-483B-978C-C674CC55EE89}"/>
              </a:ext>
            </a:extLst>
          </p:cNvPr>
          <p:cNvSpPr/>
          <p:nvPr userDrawn="1"/>
        </p:nvSpPr>
        <p:spPr>
          <a:xfrm>
            <a:off x="20798" y="2501490"/>
            <a:ext cx="524508" cy="974233"/>
          </a:xfrm>
          <a:prstGeom prst="roundRect">
            <a:avLst>
              <a:gd name="adj" fmla="val 20636"/>
            </a:avLst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AF79AAF6-DD70-4E1D-B35E-F1D59E2F94F5}"/>
              </a:ext>
            </a:extLst>
          </p:cNvPr>
          <p:cNvSpPr/>
          <p:nvPr userDrawn="1"/>
        </p:nvSpPr>
        <p:spPr>
          <a:xfrm>
            <a:off x="5431403" y="-20452"/>
            <a:ext cx="4476398" cy="664235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pic>
        <p:nvPicPr>
          <p:cNvPr id="4" name="図 3" descr="ロゴ が含まれている画像  自動的に生成された説明">
            <a:extLst>
              <a:ext uri="{FF2B5EF4-FFF2-40B4-BE49-F238E27FC236}">
                <a16:creationId xmlns:a16="http://schemas.microsoft.com/office/drawing/2014/main" id="{85EDA54D-157F-4143-A80B-3267032CE4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26" r="-1325" b="31625"/>
          <a:stretch/>
        </p:blipFill>
        <p:spPr>
          <a:xfrm>
            <a:off x="6429164" y="5673625"/>
            <a:ext cx="3568304" cy="1027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180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次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E94C5E9-DCFD-42EB-99F6-FBFF6FD7D97C}"/>
              </a:ext>
            </a:extLst>
          </p:cNvPr>
          <p:cNvSpPr/>
          <p:nvPr userDrawn="1"/>
        </p:nvSpPr>
        <p:spPr>
          <a:xfrm>
            <a:off x="0" y="0"/>
            <a:ext cx="9906000" cy="6417332"/>
          </a:xfrm>
          <a:prstGeom prst="rect">
            <a:avLst/>
          </a:prstGeom>
          <a:solidFill>
            <a:schemeClr val="bg1"/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AC9F653D-890E-440D-A047-649A3D837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2" y="1388853"/>
            <a:ext cx="3809354" cy="4788110"/>
          </a:xfrm>
          <a:prstGeom prst="rect">
            <a:avLst/>
          </a:prstGeom>
        </p:spPr>
        <p:txBody>
          <a:bodyPr/>
          <a:lstStyle>
            <a:lvl1pPr marL="289343" indent="-289343">
              <a:lnSpc>
                <a:spcPct val="250000"/>
              </a:lnSpc>
              <a:buFont typeface="+mj-lt"/>
              <a:buAutoNum type="arabicPeriod"/>
              <a:defRPr/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13" name="タイトル 1">
            <a:extLst>
              <a:ext uri="{FF2B5EF4-FFF2-40B4-BE49-F238E27FC236}">
                <a16:creationId xmlns:a16="http://schemas.microsoft.com/office/drawing/2014/main" id="{42F1AF78-048A-49CC-B941-A15427874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958" y="204460"/>
            <a:ext cx="8695048" cy="65246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DD000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4" name="コンテンツ プレースホルダー 2">
            <a:extLst>
              <a:ext uri="{FF2B5EF4-FFF2-40B4-BE49-F238E27FC236}">
                <a16:creationId xmlns:a16="http://schemas.microsoft.com/office/drawing/2014/main" id="{64F817AA-BE1A-463D-AF32-77A931F01EA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5386964" y="1388853"/>
            <a:ext cx="3738042" cy="478811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250000"/>
              </a:lnSpc>
              <a:buFont typeface="+mj-lt"/>
              <a:buNone/>
              <a:defRPr/>
            </a:lvl1pPr>
          </a:lstStyle>
          <a:p>
            <a:pPr lvl="0"/>
            <a:r>
              <a:rPr kumimoji="1" lang="ja-JP" altLang="en-US" dirty="0"/>
              <a:t>・・・・・</a:t>
            </a:r>
          </a:p>
        </p:txBody>
      </p:sp>
      <p:sp>
        <p:nvSpPr>
          <p:cNvPr id="7" name="スライド番号プレースホルダー 5">
            <a:extLst>
              <a:ext uri="{FF2B5EF4-FFF2-40B4-BE49-F238E27FC236}">
                <a16:creationId xmlns:a16="http://schemas.microsoft.com/office/drawing/2014/main" id="{746267D4-434B-4761-9D56-3A6441C053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32948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9CE2BC-55D2-4D78-8A0D-3E31D3BE3F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960" y="204460"/>
            <a:ext cx="6740054" cy="652462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 dirty="0"/>
              <a:t>タイトルを入力</a:t>
            </a:r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6FA9EF85-8947-4DE7-86FC-5361B25104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38743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9A4F02A-6367-4390-84AF-3A8D69A56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0" y="1282427"/>
            <a:ext cx="8496300" cy="489453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40000"/>
              </a:lnSpc>
              <a:buFontTx/>
              <a:buNone/>
              <a:defRPr sz="1600"/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7" name="スライド番号プレースホルダー 5">
            <a:extLst>
              <a:ext uri="{FF2B5EF4-FFF2-40B4-BE49-F238E27FC236}">
                <a16:creationId xmlns:a16="http://schemas.microsoft.com/office/drawing/2014/main" id="{6B17C7B5-3BC1-4AF2-BEC9-D1A51964A7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FBEA89D0-6CD5-45AF-95C2-21124EFE61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960" y="204460"/>
            <a:ext cx="6740054" cy="652462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 dirty="0"/>
              <a:t>タイトルを入力</a:t>
            </a:r>
          </a:p>
        </p:txBody>
      </p:sp>
    </p:spTree>
    <p:extLst>
      <p:ext uri="{BB962C8B-B14F-4D97-AF65-F5344CB8AC3E}">
        <p14:creationId xmlns:p14="http://schemas.microsoft.com/office/powerpoint/2010/main" val="1483238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補足説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142875">
            <a:solidFill>
              <a:srgbClr val="FDD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8" name="スライド番号プレースホルダー 5">
            <a:extLst>
              <a:ext uri="{FF2B5EF4-FFF2-40B4-BE49-F238E27FC236}">
                <a16:creationId xmlns:a16="http://schemas.microsoft.com/office/drawing/2014/main" id="{CCCF494A-20E4-4142-A41D-365E71A54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1214" y="6328844"/>
            <a:ext cx="2916896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AD12973-9A52-4C36-8692-D3D5A083453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823084" y="654843"/>
            <a:ext cx="4259832" cy="579438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42933879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AD12973-9A52-4C36-8692-D3D5A083453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823086" y="3139281"/>
            <a:ext cx="4259832" cy="57943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 b="1"/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5" name="スライド番号プレースホルダー 5">
            <a:extLst>
              <a:ext uri="{FF2B5EF4-FFF2-40B4-BE49-F238E27FC236}">
                <a16:creationId xmlns:a16="http://schemas.microsoft.com/office/drawing/2014/main" id="{914C0286-D791-4547-B807-6782BDDD0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3653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ブランク_グレ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D6248B3F-BCFD-437A-9710-914B85C4E5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50205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ブランク_ホワイ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D39A7A48-49E7-4231-8B86-4B160CBE7F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92981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sv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4187AA5-C395-4659-8C44-87EB5E588690}"/>
              </a:ext>
            </a:extLst>
          </p:cNvPr>
          <p:cNvSpPr/>
          <p:nvPr userDrawn="1"/>
        </p:nvSpPr>
        <p:spPr>
          <a:xfrm>
            <a:off x="0" y="-9498"/>
            <a:ext cx="9906000" cy="9608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>
              <a:latin typeface="+mn-ea"/>
              <a:ea typeface="+mn-ea"/>
            </a:endParaRPr>
          </a:p>
        </p:txBody>
      </p:sp>
      <p:sp>
        <p:nvSpPr>
          <p:cNvPr id="25" name="タイトル プレースホルダー 1">
            <a:extLst>
              <a:ext uri="{FF2B5EF4-FFF2-40B4-BE49-F238E27FC236}">
                <a16:creationId xmlns:a16="http://schemas.microsoft.com/office/drawing/2014/main" id="{24D5C288-8713-40F9-A67B-BF01D8805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747" y="213066"/>
            <a:ext cx="6658490" cy="6524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26" name="テキスト プレースホルダー 2">
            <a:extLst>
              <a:ext uri="{FF2B5EF4-FFF2-40B4-BE49-F238E27FC236}">
                <a16:creationId xmlns:a16="http://schemas.microsoft.com/office/drawing/2014/main" id="{D0B8BA59-FD7E-46DD-95CD-F46291349D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850" y="1279969"/>
            <a:ext cx="8496300" cy="48969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C6BB8C9-93CC-42A3-8FD0-A3185921B279}"/>
              </a:ext>
            </a:extLst>
          </p:cNvPr>
          <p:cNvSpPr/>
          <p:nvPr userDrawn="1"/>
        </p:nvSpPr>
        <p:spPr>
          <a:xfrm>
            <a:off x="2" y="140530"/>
            <a:ext cx="325040" cy="652462"/>
          </a:xfrm>
          <a:prstGeom prst="round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076A04D-CB44-4C4C-8A2C-143EBD27F2DF}"/>
              </a:ext>
            </a:extLst>
          </p:cNvPr>
          <p:cNvSpPr/>
          <p:nvPr userDrawn="1"/>
        </p:nvSpPr>
        <p:spPr>
          <a:xfrm>
            <a:off x="-1453" y="140530"/>
            <a:ext cx="163976" cy="652462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9" name="スライド番号プレースホルダー 5">
            <a:extLst>
              <a:ext uri="{FF2B5EF4-FFF2-40B4-BE49-F238E27FC236}">
                <a16:creationId xmlns:a16="http://schemas.microsoft.com/office/drawing/2014/main" id="{2906DFC4-3D4A-487B-98AC-A3D486423A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  <p:pic>
        <p:nvPicPr>
          <p:cNvPr id="11" name="グラフィックス 10">
            <a:extLst>
              <a:ext uri="{FF2B5EF4-FFF2-40B4-BE49-F238E27FC236}">
                <a16:creationId xmlns:a16="http://schemas.microsoft.com/office/drawing/2014/main" id="{B2B8CBE2-832A-470A-8CBD-BD444E1203B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312959" y="319127"/>
            <a:ext cx="2268000" cy="361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124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4" r:id="rId2"/>
    <p:sldLayoutId id="2147483666" r:id="rId3"/>
    <p:sldLayoutId id="2147483662" r:id="rId4"/>
    <p:sldLayoutId id="2147483672" r:id="rId5"/>
    <p:sldLayoutId id="2147483673" r:id="rId6"/>
    <p:sldLayoutId id="2147483675" r:id="rId7"/>
    <p:sldLayoutId id="2147483676" r:id="rId8"/>
  </p:sldLayoutIdLst>
  <p:hf hdr="0" ftr="0" dt="0"/>
  <p:txStyles>
    <p:titleStyle>
      <a:lvl1pPr algn="l" defTabSz="514346" rtl="0" eaLnBrk="1" latinLnBrk="0" hangingPunct="1">
        <a:lnSpc>
          <a:spcPct val="90000"/>
        </a:lnSpc>
        <a:spcBef>
          <a:spcPct val="0"/>
        </a:spcBef>
        <a:buNone/>
        <a:defRPr kumimoji="1" sz="2400" b="1" kern="1200">
          <a:solidFill>
            <a:schemeClr val="tx1"/>
          </a:solidFill>
          <a:latin typeface="+mn-ea"/>
          <a:ea typeface="+mn-ea"/>
          <a:cs typeface="+mj-cs"/>
        </a:defRPr>
      </a:lvl1pPr>
    </p:titleStyle>
    <p:bodyStyle>
      <a:lvl1pPr marL="0" indent="0" algn="l" defTabSz="514346" rtl="0" eaLnBrk="1" latinLnBrk="0" hangingPunct="1">
        <a:lnSpc>
          <a:spcPct val="140000"/>
        </a:lnSpc>
        <a:spcBef>
          <a:spcPts val="563"/>
        </a:spcBef>
        <a:buFontTx/>
        <a:buNone/>
        <a:defRPr kumimoji="1" sz="1600" kern="1200">
          <a:solidFill>
            <a:schemeClr val="tx1"/>
          </a:solidFill>
          <a:latin typeface="+mn-ea"/>
          <a:ea typeface="+mn-ea"/>
          <a:cs typeface="+mn-cs"/>
        </a:defRPr>
      </a:lvl1pPr>
      <a:lvl2pPr marL="385760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2pPr>
      <a:lvl3pPr marL="642932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3pPr>
      <a:lvl4pPr marL="900105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4pPr>
      <a:lvl5pPr marL="1157279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5pPr>
      <a:lvl6pPr marL="1414451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671625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928797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185969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3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46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19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691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65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37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10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382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ischool.utoronto.ca/news/obituary-brian-cantwell-smith-1950-to-2025/" TargetMode="Externa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hyperlink" Target="https://aiguide.substack.com/p/on-brian-cantwell-smith-and-the-promise" TargetMode="Externa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600" dirty="0"/>
              <a:t>判断と演算のループを設計する</a:t>
            </a:r>
          </a:p>
          <a:p>
            <a:r>
              <a:rPr kumimoji="1" lang="ja-JP" altLang="en-US" sz="2000" dirty="0"/>
              <a:t>— AIエージェント活用の2つの事例 —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300" dirty="0"/>
              <a:t>品質管理クラウドチーム　2026.04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/>
          <p:cNvSpPr txBox="1">
            <a:spLocks/>
          </p:cNvSpPr>
          <p:nvPr/>
        </p:nvSpPr>
        <p:spPr>
          <a:xfrm>
            <a:off x="697186" y="1000000"/>
            <a:ext cx="84963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r>
              <a:rPr kumimoji="1" lang="ja-JP" altLang="en-US" sz="2800" dirty="0"/>
              <a:t>AI</a:t>
            </a:r>
            <a:r>
              <a:rPr lang="ja-JP" altLang="en-US" sz="2800" dirty="0"/>
              <a:t>に</a:t>
            </a:r>
            <a:r>
              <a:rPr kumimoji="1" lang="ja-JP" altLang="en-US" sz="2800" dirty="0"/>
              <a:t>「何ができて、何をやらせるべき」か？</a:t>
            </a:r>
          </a:p>
          <a:p>
            <a:endParaRPr lang="ja-JP" altLang="en-US" dirty="0"/>
          </a:p>
          <a:p>
            <a:endParaRPr lang="ja-JP" altLang="en-US" dirty="0"/>
          </a:p>
          <a:p>
            <a:r>
              <a:rPr kumimoji="1" lang="ja-JP" altLang="en-US" sz="3200" b="1" dirty="0"/>
              <a:t>AI時代に仕事をどう設計するか</a:t>
            </a:r>
            <a:endParaRPr kumimoji="1" lang="en-US" altLang="ja-JP" sz="3200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ja-JP" altLang="en-US" sz="1600" dirty="0"/>
              <a:t>はじめに — 枠組み: 判断と演算</a:t>
            </a:r>
          </a:p>
          <a:p>
            <a:r>
              <a:rPr kumimoji="1" lang="ja-JP" altLang="en-US" sz="1600" dirty="0"/>
              <a:t>全体像 — 2つの仕組み</a:t>
            </a:r>
            <a:endParaRPr lang="ja-JP" altLang="en-US" dirty="0"/>
          </a:p>
          <a:p>
            <a:r>
              <a:rPr kumimoji="1" lang="ja-JP" altLang="en-US" sz="1600" dirty="0"/>
              <a:t>事例1: ドキュメントパイプライン</a:t>
            </a:r>
          </a:p>
          <a:p>
            <a:pPr lvl="1"/>
            <a:r>
              <a:rPr kumimoji="1" lang="ja-JP" altLang="en-US" sz="1600" dirty="0"/>
              <a:t>課題 / 判断 / 演算 / 効果</a:t>
            </a:r>
            <a:endParaRPr lang="ja-JP" altLang="en-US" dirty="0"/>
          </a:p>
          <a:p>
            <a:r>
              <a:rPr kumimoji="1" lang="ja-JP" altLang="en-US" sz="1600" dirty="0"/>
              <a:t>事例2: AIレビューワークフロー</a:t>
            </a:r>
          </a:p>
          <a:p>
            <a:pPr lvl="1"/>
            <a:r>
              <a:rPr kumimoji="1" lang="ja-JP" altLang="en-US" sz="1600" dirty="0"/>
              <a:t>課題 / 判断 / 演算 / 効果 / 制度</a:t>
            </a:r>
            <a:endParaRPr lang="ja-JP" altLang="en-US" dirty="0"/>
          </a:p>
          <a:p>
            <a:r>
              <a:rPr kumimoji="1" lang="ja-JP" altLang="en-US" sz="1600" dirty="0"/>
              <a:t>2つの事例が示すパターン</a:t>
            </a:r>
          </a:p>
          <a:p>
            <a:r>
              <a:rPr kumimoji="1" lang="ja-JP" altLang="en-US" sz="1600" dirty="0"/>
              <a:t>結び / 将来の展望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今日話すこと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2800" b="1" dirty="0"/>
              <a:t>Judgment（判断）</a:t>
            </a:r>
            <a:r>
              <a:rPr lang="ja-JP" altLang="en-US" sz="2800" dirty="0"/>
              <a:t>🧑‍💻</a:t>
            </a:r>
            <a:endParaRPr kumimoji="1" lang="ja-JP" altLang="en-US" sz="2800" b="1" dirty="0"/>
          </a:p>
          <a:p>
            <a:pPr lvl="1"/>
            <a:r>
              <a:rPr kumimoji="1" lang="ja-JP" altLang="en-US" sz="2800" dirty="0"/>
              <a:t>何を問うか・何を採るかを引き受けること</a:t>
            </a:r>
            <a:endParaRPr kumimoji="1" lang="en-US" altLang="ja-JP" sz="2800" dirty="0"/>
          </a:p>
          <a:p>
            <a:pPr lvl="2"/>
            <a:r>
              <a:rPr lang="en-US" altLang="ja-JP" sz="2000" dirty="0"/>
              <a:t>Ex </a:t>
            </a:r>
            <a:r>
              <a:rPr lang="ja-JP" altLang="en-US" sz="2000" dirty="0"/>
              <a:t>トレードオフの判断</a:t>
            </a:r>
            <a:endParaRPr lang="en-US" altLang="ja-JP" sz="2000" dirty="0"/>
          </a:p>
          <a:p>
            <a:pPr lvl="2"/>
            <a:r>
              <a:rPr kumimoji="1" lang="en-US" altLang="ja-JP" sz="2000" dirty="0"/>
              <a:t>Ex </a:t>
            </a:r>
            <a:r>
              <a:rPr kumimoji="1" lang="ja-JP" altLang="en-US" sz="2000" dirty="0"/>
              <a:t>何を解決するかの判断</a:t>
            </a:r>
            <a:endParaRPr lang="ja-JP" altLang="en-US" sz="1400" dirty="0"/>
          </a:p>
          <a:p>
            <a:r>
              <a:rPr kumimoji="1" lang="ja-JP" altLang="en-US" sz="2800" b="1" dirty="0"/>
              <a:t>Reckoning（演算）</a:t>
            </a:r>
            <a:r>
              <a:rPr lang="ja-JP" altLang="en-US" sz="2800" dirty="0"/>
              <a:t>🤖💻</a:t>
            </a:r>
            <a:endParaRPr kumimoji="1" lang="ja-JP" altLang="en-US" sz="2800" b="1" dirty="0"/>
          </a:p>
          <a:p>
            <a:pPr lvl="1"/>
            <a:r>
              <a:rPr kumimoji="1" lang="ja-JP" altLang="en-US" sz="2800" dirty="0"/>
              <a:t>与えられた条件で広く計算すること</a:t>
            </a:r>
            <a:endParaRPr kumimoji="1" lang="en-US" altLang="ja-JP" sz="2800" dirty="0"/>
          </a:p>
          <a:p>
            <a:pPr lvl="2"/>
            <a:r>
              <a:rPr kumimoji="1" lang="en-US" altLang="ja-JP" sz="2000" dirty="0"/>
              <a:t>Ex </a:t>
            </a:r>
            <a:r>
              <a:rPr kumimoji="1" lang="ja-JP" altLang="en-US" sz="2000" dirty="0"/>
              <a:t>コンテキストに従って生成すること</a:t>
            </a:r>
            <a:endParaRPr kumimoji="1" lang="en-US" altLang="ja-JP" sz="2000" dirty="0"/>
          </a:p>
          <a:p>
            <a:pPr lvl="2"/>
            <a:r>
              <a:rPr lang="en-US" altLang="ja-JP" sz="2000" dirty="0"/>
              <a:t>Ex </a:t>
            </a:r>
            <a:r>
              <a:rPr lang="ja-JP" altLang="en-US" sz="2000" dirty="0"/>
              <a:t>ツールを使って処理すること</a:t>
            </a:r>
            <a:endParaRPr kumimoji="1" lang="ja-JP" altLang="en-US" sz="20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枠組み: 判断（Judgment）と演算（Reckoning）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D70937A-5EE4-27D0-92C7-AB41BE5F08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5" t="2673" r="15827"/>
          <a:stretch>
            <a:fillRect/>
          </a:stretch>
        </p:blipFill>
        <p:spPr>
          <a:xfrm>
            <a:off x="7365268" y="4002065"/>
            <a:ext cx="2540732" cy="28559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807AA-1893-685C-58DA-275050603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>
            <a:extLst>
              <a:ext uri="{FF2B5EF4-FFF2-40B4-BE49-F238E27FC236}">
                <a16:creationId xmlns:a16="http://schemas.microsoft.com/office/drawing/2014/main" id="{541267B1-6604-BF94-782E-4ECE098B8A6F}"/>
              </a:ext>
            </a:extLst>
          </p:cNvPr>
          <p:cNvSpPr txBox="1">
            <a:spLocks/>
          </p:cNvSpPr>
          <p:nvPr/>
        </p:nvSpPr>
        <p:spPr>
          <a:xfrm>
            <a:off x="0" y="1000000"/>
            <a:ext cx="99060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r>
              <a:rPr lang="ja-JP" altLang="en-US" sz="2800" b="1" dirty="0"/>
              <a:t>本日の主張:</a:t>
            </a:r>
            <a:endParaRPr lang="en-US" altLang="ja-JP" sz="2800" b="1" dirty="0"/>
          </a:p>
          <a:p>
            <a:endParaRPr lang="ja-JP" altLang="en-US" sz="2800" b="1" dirty="0"/>
          </a:p>
          <a:p>
            <a:pPr lvl="1"/>
            <a:r>
              <a:rPr lang="ja-JP" altLang="en-US" sz="3600" dirty="0"/>
              <a:t>　　　　　　　　設計🧑‍💻</a:t>
            </a:r>
            <a:endParaRPr lang="en-US" altLang="ja-JP" sz="3600" dirty="0"/>
          </a:p>
          <a:p>
            <a:pPr lvl="1"/>
            <a:endParaRPr lang="en-US" altLang="ja-JP" sz="3600" dirty="0"/>
          </a:p>
          <a:p>
            <a:pPr lvl="1"/>
            <a:r>
              <a:rPr lang="ja-JP" altLang="en-US" sz="3600" dirty="0"/>
              <a:t>　　　　　　　　↓</a:t>
            </a:r>
            <a:r>
              <a:rPr lang="ja-JP" altLang="en-US" sz="2800" dirty="0"/>
              <a:t>判断</a:t>
            </a:r>
            <a:r>
              <a:rPr lang="ja-JP" altLang="en-US" sz="3600" dirty="0"/>
              <a:t>↓</a:t>
            </a:r>
            <a:br>
              <a:rPr lang="en-US" altLang="ja-JP" sz="3600" dirty="0"/>
            </a:br>
            <a:endParaRPr lang="en-US" altLang="ja-JP" sz="3600" dirty="0"/>
          </a:p>
          <a:p>
            <a:pPr lvl="1"/>
            <a:r>
              <a:rPr lang="ja-JP" altLang="en-US" sz="3600" dirty="0"/>
              <a:t>「</a:t>
            </a:r>
            <a:r>
              <a:rPr lang="ja-JP" altLang="en-US" sz="2800" dirty="0"/>
              <a:t>判断 🙆→ 演算 🤖→ 判断🙅 → 演算🤖→判断 🙆」</a:t>
            </a:r>
            <a:br>
              <a:rPr lang="en-US" altLang="ja-JP" dirty="0"/>
            </a:br>
            <a:endParaRPr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4552470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800" b="1" dirty="0"/>
              <a:t>事例1: ドキュメントパイプライン</a:t>
            </a:r>
          </a:p>
          <a:p>
            <a:pPr lvl="1"/>
            <a:r>
              <a:rPr kumimoji="1" lang="ja-JP" altLang="en-US" sz="1800" dirty="0"/>
              <a:t>Git 上の Markdown（193ファイル）↔ 社内 Wiki（GROWI）の同期システム</a:t>
            </a:r>
          </a:p>
          <a:p>
            <a:pPr lvl="1"/>
            <a:r>
              <a:rPr kumimoji="1" lang="ja-JP" altLang="en-US" sz="1800" dirty="0"/>
              <a:t>「</a:t>
            </a:r>
            <a:r>
              <a:rPr lang="ja-JP" altLang="en-US" sz="1800" dirty="0"/>
              <a:t>作業の進め方」「成果物の作り方」</a:t>
            </a:r>
            <a:r>
              <a:rPr kumimoji="1" lang="ja-JP" altLang="en-US" sz="1800" dirty="0"/>
              <a:t>を設計した</a:t>
            </a:r>
            <a:endParaRPr kumimoji="1" lang="en-US" altLang="ja-JP" sz="1800" dirty="0"/>
          </a:p>
          <a:p>
            <a:pPr lvl="1"/>
            <a:r>
              <a:rPr lang="ja-JP" altLang="en-US" sz="1800" dirty="0"/>
              <a:t>作り方を作る</a:t>
            </a:r>
          </a:p>
          <a:p>
            <a:r>
              <a:rPr kumimoji="1" lang="ja-JP" altLang="en-US" sz="1800" b="1" dirty="0"/>
              <a:t>事例2: AIレビューワークフロー</a:t>
            </a:r>
          </a:p>
          <a:p>
            <a:pPr lvl="1"/>
            <a:r>
              <a:rPr kumimoji="1" lang="ja-JP" altLang="en-US" sz="1800" dirty="0"/>
              <a:t>Claude Code スキル/エージェント </a:t>
            </a:r>
            <a:r>
              <a:rPr lang="ja-JP" altLang="en-US" sz="1800" dirty="0"/>
              <a:t>↔</a:t>
            </a:r>
            <a:r>
              <a:rPr kumimoji="1" lang="ja-JP" altLang="en-US" sz="1800" dirty="0"/>
              <a:t>構造化レビュー ↔GitHub PR</a:t>
            </a:r>
          </a:p>
          <a:p>
            <a:pPr lvl="1"/>
            <a:r>
              <a:rPr kumimoji="1" lang="ja-JP" altLang="en-US" sz="1600" dirty="0"/>
              <a:t>「人間・</a:t>
            </a:r>
            <a:r>
              <a:rPr kumimoji="1" lang="en-US" altLang="ja-JP" sz="1600" dirty="0"/>
              <a:t>AI</a:t>
            </a:r>
            <a:r>
              <a:rPr kumimoji="1" lang="ja-JP" altLang="en-US" sz="1600" dirty="0"/>
              <a:t>・ツールの役割分担」「判断力を持続可能にする仕組み」を設計した</a:t>
            </a:r>
            <a:endParaRPr kumimoji="1" lang="en-US" altLang="ja-JP" sz="1600" dirty="0"/>
          </a:p>
          <a:p>
            <a:pPr lvl="1"/>
            <a:r>
              <a:rPr kumimoji="1" lang="ja-JP" altLang="en-US" sz="1600" dirty="0"/>
              <a:t>育て方を作る</a:t>
            </a:r>
            <a:endParaRPr kumimoji="1" lang="en-US" altLang="ja-JP" sz="1600" dirty="0"/>
          </a:p>
          <a:p>
            <a:pPr lvl="1"/>
            <a:endParaRPr lang="ja-JP" altLang="en-US" dirty="0"/>
          </a:p>
          <a:p>
            <a:r>
              <a:rPr kumimoji="1" lang="ja-JP" altLang="en-US" sz="2000" b="1" dirty="0"/>
              <a:t>共通パターン:</a:t>
            </a:r>
          </a:p>
          <a:p>
            <a:pPr lvl="1"/>
            <a:r>
              <a:rPr kumimoji="1" lang="ja-JP" altLang="en-US" sz="2000" dirty="0"/>
              <a:t>人間</a:t>
            </a:r>
            <a:r>
              <a:rPr lang="ja-JP" altLang="en-US" sz="2000" dirty="0"/>
              <a:t>🧑‍💻</a:t>
            </a:r>
            <a:r>
              <a:rPr kumimoji="1" lang="ja-JP" altLang="en-US" sz="2000" dirty="0"/>
              <a:t>が判断の枠組みを作り、AI</a:t>
            </a:r>
            <a:r>
              <a:rPr lang="ja-JP" altLang="en-US" sz="2000" dirty="0"/>
              <a:t>🤖</a:t>
            </a:r>
            <a:r>
              <a:rPr kumimoji="1" lang="ja-JP" altLang="en-US" sz="2000" dirty="0"/>
              <a:t>が演算を担う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今日話す2つの仕組み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600" dirty="0"/>
              <a:t>事例1　ドキュメントパイプライン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300" dirty="0"/>
              <a:t>「作り方を作る」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600" dirty="0"/>
              <a:t>実装と Wiki が一致しない（ドキュメントが腐る）</a:t>
            </a:r>
            <a:endParaRPr kumimoji="1" lang="en-US" altLang="ja-JP" sz="1600" dirty="0"/>
          </a:p>
          <a:p>
            <a:r>
              <a:rPr kumimoji="1" lang="ja-JP" altLang="en-US" sz="1600" dirty="0"/>
              <a:t>ソースコードを </a:t>
            </a:r>
            <a:r>
              <a:rPr kumimoji="1" lang="ja-JP" altLang="en-US" sz="1600" b="1" dirty="0"/>
              <a:t>S</a:t>
            </a:r>
            <a:r>
              <a:rPr kumimoji="1" lang="en-US" altLang="ja-JP" sz="1600" b="1" dirty="0"/>
              <a:t>ingle </a:t>
            </a:r>
            <a:r>
              <a:rPr kumimoji="1" lang="ja-JP" altLang="en-US" sz="1600" b="1" dirty="0"/>
              <a:t>S</a:t>
            </a:r>
            <a:r>
              <a:rPr kumimoji="1" lang="en-US" altLang="ja-JP" sz="1600" b="1" dirty="0" err="1"/>
              <a:t>ource</a:t>
            </a:r>
            <a:r>
              <a:rPr kumimoji="1" lang="en-US" altLang="ja-JP" sz="1600" b="1" dirty="0"/>
              <a:t> </a:t>
            </a:r>
            <a:r>
              <a:rPr kumimoji="1" lang="ja-JP" altLang="en-US" sz="1600" b="1" dirty="0"/>
              <a:t>O</a:t>
            </a:r>
            <a:r>
              <a:rPr kumimoji="1" lang="en-US" altLang="ja-JP" sz="1600" b="1" dirty="0"/>
              <a:t>f </a:t>
            </a:r>
            <a:r>
              <a:rPr kumimoji="1" lang="ja-JP" altLang="en-US" sz="1600" b="1" dirty="0"/>
              <a:t>T</a:t>
            </a:r>
            <a:r>
              <a:rPr kumimoji="1" lang="en-US" altLang="ja-JP" sz="1600" b="1" dirty="0" err="1"/>
              <a:t>rueth</a:t>
            </a:r>
            <a:r>
              <a:rPr kumimoji="1" lang="ja-JP" altLang="en-US" sz="1600" dirty="0"/>
              <a:t>（唯一の真実） にしたいが、</a:t>
            </a:r>
            <a:br>
              <a:rPr kumimoji="1" lang="en-US" altLang="ja-JP" sz="1600" dirty="0"/>
            </a:br>
            <a:r>
              <a:rPr kumimoji="1" lang="ja-JP" altLang="en-US" sz="1600" dirty="0"/>
              <a:t>他部門連携では Wiki が必要</a:t>
            </a:r>
          </a:p>
          <a:p>
            <a:endParaRPr lang="ja-JP" altLang="en-US" dirty="0"/>
          </a:p>
          <a:p>
            <a:r>
              <a:rPr kumimoji="1" lang="ja-JP" altLang="en-US" sz="1600" dirty="0"/>
              <a:t>Issue / Redmine / 実装 / Wiki</a:t>
            </a:r>
            <a:r>
              <a:rPr kumimoji="1" lang="en-US" altLang="ja-JP" sz="1600" dirty="0"/>
              <a:t>s</a:t>
            </a:r>
            <a:endParaRPr kumimoji="1" lang="ja-JP" altLang="en-US" sz="1600" dirty="0"/>
          </a:p>
          <a:p>
            <a:pPr lvl="1"/>
            <a:r>
              <a:rPr kumimoji="1" lang="ja-JP" altLang="en-US" sz="1600" dirty="0"/>
              <a:t>→ 同じことを何度も書く </a:t>
            </a:r>
            <a:endParaRPr kumimoji="1" lang="en-US" altLang="ja-JP" sz="1600" dirty="0"/>
          </a:p>
          <a:p>
            <a:pPr lvl="1"/>
            <a:r>
              <a:rPr kumimoji="1" lang="ja-JP" altLang="en-US" sz="1600" dirty="0"/>
              <a:t>→ どこかで整合しなくなる</a:t>
            </a:r>
            <a:endParaRPr kumimoji="1" lang="en-US" altLang="ja-JP" sz="1600" dirty="0"/>
          </a:p>
          <a:p>
            <a:pPr lvl="1"/>
            <a:endParaRPr lang="en-US" altLang="ja-JP" sz="1600" dirty="0"/>
          </a:p>
          <a:p>
            <a:pPr lvl="1"/>
            <a:endParaRPr lang="en-US" altLang="ja-JP" sz="1600" dirty="0"/>
          </a:p>
          <a:p>
            <a:r>
              <a:rPr lang="ja-JP" altLang="en-US" b="1" dirty="0"/>
              <a:t>GitHub も Redmine も GROWI も </a:t>
            </a:r>
            <a:r>
              <a:rPr lang="en-US" altLang="ja-JP" b="1" dirty="0"/>
              <a:t>CLI</a:t>
            </a:r>
            <a:r>
              <a:rPr lang="ja-JP" altLang="en-US" b="1" dirty="0"/>
              <a:t>から更新できる ！　</a:t>
            </a:r>
            <a:br>
              <a:rPr lang="en-US" altLang="ja-JP" dirty="0"/>
            </a:br>
            <a:r>
              <a:rPr lang="ja-JP" altLang="en-US" sz="1600" dirty="0"/>
              <a:t>→ </a:t>
            </a:r>
            <a:r>
              <a:rPr lang="en-US" altLang="ja-JP" sz="1600" dirty="0"/>
              <a:t>AI</a:t>
            </a:r>
            <a:r>
              <a:rPr lang="ja-JP" altLang="en-US" sz="1600" dirty="0"/>
              <a:t>エージェント</a:t>
            </a:r>
            <a:r>
              <a:rPr lang="ja-JP" altLang="en-US" dirty="0"/>
              <a:t>🤖</a:t>
            </a:r>
            <a:r>
              <a:rPr lang="ja-JP" altLang="en-US" sz="1600" dirty="0"/>
              <a:t>を利用して解決したい</a:t>
            </a:r>
          </a:p>
          <a:p>
            <a:pPr lvl="1"/>
            <a:endParaRPr lang="ja-JP" altLang="en-US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きっかけ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600" dirty="0"/>
              <a:t>Claude Code で構築した統合 CLI ツール（TypeScript）</a:t>
            </a:r>
          </a:p>
          <a:p>
            <a:endParaRPr lang="ja-JP" altLang="en-US" dirty="0"/>
          </a:p>
          <a:p>
            <a:r>
              <a:rPr kumimoji="1" lang="ja-JP" altLang="en-US" sz="1600" dirty="0"/>
              <a:t>docs:check        frontmatter 検証・パス重複チェック</a:t>
            </a:r>
          </a:p>
          <a:p>
            <a:r>
              <a:rPr kumimoji="1" lang="ja-JP" altLang="en-US" sz="1600" dirty="0"/>
              <a:t>docs:publish      Git → GROWI 同期（単体 / 一括 / dry-run）</a:t>
            </a:r>
          </a:p>
          <a:p>
            <a:r>
              <a:rPr kumimoji="1" lang="ja-JP" altLang="en-US" sz="1600" dirty="0"/>
              <a:t>docs:import:page  GROWI → Git 取り込み（画像を Blob に自動移行）</a:t>
            </a:r>
          </a:p>
          <a:p>
            <a:r>
              <a:rPr kumimoji="1" lang="ja-JP" altLang="en-US" sz="1600" dirty="0"/>
              <a:t>docs:import:tree  GROWI ツリー一括取り込み</a:t>
            </a:r>
          </a:p>
          <a:p>
            <a:r>
              <a:rPr kumimoji="1" lang="ja-JP" altLang="en-US" sz="1600" dirty="0"/>
              <a:t>docs:image:paste  クリップボード画像 → Azure Blob → Markdown リンク</a:t>
            </a:r>
          </a:p>
          <a:p>
            <a:r>
              <a:rPr kumimoji="1" lang="ja-JP" altLang="en-US" sz="1600" dirty="0"/>
              <a:t>docs:image:upload ローカル画像ファイル → Azure Blob</a:t>
            </a:r>
          </a:p>
          <a:p>
            <a:endParaRPr lang="ja-JP" altLang="en-US" dirty="0"/>
          </a:p>
          <a:p>
            <a:r>
              <a:rPr kumimoji="1" lang="ja-JP" altLang="en-US" sz="1600" dirty="0"/>
              <a:t>各 Markdown に frontmatter でメタデータを持たせる（設定ファイル不要）</a:t>
            </a:r>
          </a:p>
          <a:p>
            <a:r>
              <a:rPr kumimoji="1" lang="ja-JP" altLang="en-US" sz="1600" dirty="0"/>
              <a:t>画像貼り付けは VSCode ショートカット（Ctrl+Alt+V）で完結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演算（Reckoning）— growi-docs CLI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600" dirty="0"/>
              <a:t>PR 作成</a:t>
            </a:r>
          </a:p>
          <a:p>
            <a:pPr lvl="1"/>
            <a:r>
              <a:rPr kumimoji="1" lang="ja-JP" altLang="en-US" sz="1600" dirty="0"/>
              <a:t>→ docs-validate.yml</a:t>
            </a:r>
          </a:p>
          <a:p>
            <a:pPr lvl="2"/>
            <a:r>
              <a:rPr kumimoji="1" lang="ja-JP" altLang="en-US" sz="1600" dirty="0"/>
              <a:t>TypeScript 型チェック（tsc --noEmit）</a:t>
            </a:r>
          </a:p>
          <a:p>
            <a:pPr lvl="2"/>
            <a:r>
              <a:rPr kumimoji="1" lang="ja-JP" altLang="en-US" sz="1600" dirty="0"/>
              <a:t>frontmatter / パス整合性チェック（docs:check）</a:t>
            </a:r>
            <a:endParaRPr lang="ja-JP" altLang="en-US" dirty="0"/>
          </a:p>
          <a:p>
            <a:r>
              <a:rPr kumimoji="1" lang="ja-JP" altLang="en-US" sz="1600" dirty="0"/>
              <a:t>release ブランチへマージ</a:t>
            </a:r>
          </a:p>
          <a:p>
            <a:pPr lvl="1"/>
            <a:r>
              <a:rPr kumimoji="1" lang="ja-JP" altLang="en-US" sz="1600" dirty="0"/>
              <a:t>→ sync-to-growi.yml</a:t>
            </a:r>
          </a:p>
          <a:p>
            <a:pPr lvl="2"/>
            <a:r>
              <a:rPr kumimoji="1" lang="ja-JP" altLang="en-US" sz="1600" dirty="0"/>
              <a:t>git diff で変更 Markdown を検出</a:t>
            </a:r>
          </a:p>
          <a:p>
            <a:pPr lvl="2"/>
            <a:r>
              <a:rPr kumimoji="1" lang="ja-JP" altLang="en-US" sz="1600" dirty="0"/>
              <a:t>growi_path の変更を検知 → 事故防止（fail）</a:t>
            </a:r>
          </a:p>
          <a:p>
            <a:pPr lvl="2"/>
            <a:r>
              <a:rPr kumimoji="1" lang="ja-JP" altLang="en-US" sz="1600" dirty="0"/>
              <a:t>変更ファイルのみを GROWI に publish</a:t>
            </a:r>
          </a:p>
          <a:p>
            <a:pPr lvl="2"/>
            <a:r>
              <a:rPr kumimoji="1" lang="ja-JP" altLang="en-US" sz="1600" dirty="0"/>
              <a:t>変更なしなら zero-diff skip</a:t>
            </a:r>
          </a:p>
          <a:p>
            <a:endParaRPr lang="ja-JP" altLang="en-US" dirty="0"/>
          </a:p>
          <a:p>
            <a:r>
              <a:rPr kumimoji="1" lang="ja-JP" altLang="en-US" sz="1600" dirty="0"/>
              <a:t>冪等な設計: 再実行しても安全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演算（Reckoning）— 自動同期パイプライン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9E254-E99D-BA44-F8C7-33C2A2D7A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372BF3A8-DCA0-5EF4-0CB8-F05EC084BE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 sz="1800" b="1" dirty="0"/>
              <a:t>制約:</a:t>
            </a:r>
            <a:endParaRPr kumimoji="1" lang="en-US" altLang="ja-JP" sz="1800" dirty="0"/>
          </a:p>
          <a:p>
            <a:pPr lvl="1"/>
            <a:r>
              <a:rPr kumimoji="1" lang="ja-JP" altLang="en-US" sz="1800" dirty="0"/>
              <a:t>GROWI </a:t>
            </a:r>
            <a:r>
              <a:rPr lang="ja-JP" altLang="en-US" sz="1800" dirty="0"/>
              <a:t>は </a:t>
            </a:r>
            <a:r>
              <a:rPr kumimoji="1" lang="ja-JP" altLang="en-US" sz="1800" dirty="0"/>
              <a:t>社内 </a:t>
            </a:r>
            <a:r>
              <a:rPr lang="ja-JP" altLang="en-US" sz="1800" dirty="0"/>
              <a:t>ネットワークからしかアクセス不可</a:t>
            </a:r>
            <a:r>
              <a:rPr kumimoji="1" lang="ja-JP" altLang="en-US" sz="1800" dirty="0"/>
              <a:t>       </a:t>
            </a:r>
            <a:br>
              <a:rPr kumimoji="1" lang="en-US" altLang="ja-JP" sz="1800" dirty="0"/>
            </a:br>
            <a:r>
              <a:rPr lang="ja-JP" altLang="en-US" sz="1800" dirty="0"/>
              <a:t>🧑‍💻</a:t>
            </a:r>
            <a:r>
              <a:rPr kumimoji="1" lang="ja-JP" altLang="en-US" sz="1800" dirty="0"/>
              <a:t>判断 → selfhost ランナー</a:t>
            </a:r>
          </a:p>
          <a:p>
            <a:pPr lvl="1"/>
            <a:r>
              <a:rPr kumimoji="1" lang="ja-JP" altLang="en-US" sz="1800" dirty="0"/>
              <a:t>Git 画像でリポジトリが重い   </a:t>
            </a:r>
            <a:br>
              <a:rPr kumimoji="1" lang="en-US" altLang="ja-JP" sz="1800" dirty="0"/>
            </a:br>
            <a:r>
              <a:rPr lang="ja-JP" altLang="en-US" sz="1800" dirty="0"/>
              <a:t>🧑‍💻</a:t>
            </a:r>
            <a:r>
              <a:rPr kumimoji="1" lang="ja-JP" altLang="en-US" sz="1800" dirty="0"/>
              <a:t>判断 → Azure Blob ストレージに保存してリンクを張る</a:t>
            </a:r>
          </a:p>
          <a:p>
            <a:pPr lvl="1"/>
            <a:r>
              <a:rPr kumimoji="1" lang="ja-JP" altLang="en-US" sz="1800" dirty="0"/>
              <a:t>Blob に格納する手順が面倒   </a:t>
            </a:r>
            <a:br>
              <a:rPr kumimoji="1" lang="en-US" altLang="ja-JP" sz="1800" dirty="0"/>
            </a:br>
            <a:r>
              <a:rPr lang="ja-JP" altLang="en-US" sz="1800" dirty="0"/>
              <a:t>🧑‍💻</a:t>
            </a:r>
            <a:r>
              <a:rPr kumimoji="1" lang="ja-JP" altLang="en-US" sz="1800" dirty="0"/>
              <a:t>判断 → CLI スクリプト + ショートカットで実行</a:t>
            </a:r>
            <a:endParaRPr kumimoji="1" lang="en-US" altLang="ja-JP" sz="1800" dirty="0"/>
          </a:p>
          <a:p>
            <a:pPr lvl="1"/>
            <a:r>
              <a:rPr lang="ja-JP" altLang="en-US" sz="1800" dirty="0"/>
              <a:t>品質管理部の方が</a:t>
            </a:r>
            <a:r>
              <a:rPr lang="en-US" altLang="ja-JP" sz="1800" dirty="0"/>
              <a:t>Wiki</a:t>
            </a:r>
            <a:r>
              <a:rPr lang="ja-JP" altLang="en-US" sz="1800" dirty="0"/>
              <a:t>編集したい場合は？ </a:t>
            </a:r>
            <a:br>
              <a:rPr lang="en-US" altLang="ja-JP" sz="1800" dirty="0"/>
            </a:br>
            <a:r>
              <a:rPr lang="ja-JP" altLang="en-US" sz="1800" dirty="0"/>
              <a:t>🧑‍💻判断 → </a:t>
            </a:r>
            <a:r>
              <a:rPr lang="en-US" altLang="ja-JP" sz="1800" dirty="0" err="1"/>
              <a:t>Growi</a:t>
            </a:r>
            <a:r>
              <a:rPr lang="ja-JP" altLang="en-US" sz="1800" dirty="0"/>
              <a:t>からリポジトリへのの取り込み機能</a:t>
            </a:r>
            <a:endParaRPr lang="en-US" altLang="ja-JP" sz="1800" dirty="0"/>
          </a:p>
          <a:p>
            <a:pPr marL="257173" lvl="1" indent="0">
              <a:buNone/>
            </a:pPr>
            <a:endParaRPr lang="en-US" altLang="ja-JP" sz="1800" dirty="0"/>
          </a:p>
          <a:p>
            <a:pPr marL="257173" lvl="1" indent="0">
              <a:buNone/>
            </a:pPr>
            <a:r>
              <a:rPr lang="ja-JP" altLang="en-US" sz="1800" dirty="0"/>
              <a:t>決めてしまえば、</a:t>
            </a:r>
            <a:r>
              <a:rPr lang="en-US" altLang="ja-JP" sz="1800" dirty="0"/>
              <a:t>AI</a:t>
            </a:r>
            <a:r>
              <a:rPr lang="ja-JP" altLang="en-US" sz="1800" dirty="0"/>
              <a:t>🤖がサクッと実装してくれる</a:t>
            </a:r>
            <a:r>
              <a:rPr lang="en-US" altLang="ja-JP" sz="1800" dirty="0"/>
              <a:t>(</a:t>
            </a:r>
            <a:r>
              <a:rPr lang="ja-JP" altLang="en-US" sz="1800" dirty="0"/>
              <a:t>演算）</a:t>
            </a:r>
            <a:br>
              <a:rPr lang="en-US" altLang="ja-JP" sz="1600" dirty="0"/>
            </a:br>
            <a:endParaRPr kumimoji="1" lang="en-US" altLang="ja-JP" sz="1600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E288EF09-2924-4D6D-BD7E-6B7213BCE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制約：何を気にする必要があったか</a:t>
            </a:r>
          </a:p>
        </p:txBody>
      </p:sp>
    </p:spTree>
    <p:extLst>
      <p:ext uri="{BB962C8B-B14F-4D97-AF65-F5344CB8AC3E}">
        <p14:creationId xmlns:p14="http://schemas.microsoft.com/office/powerpoint/2010/main" val="336210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308484" y="1282427"/>
            <a:ext cx="8892666" cy="4894536"/>
          </a:xfrm>
        </p:spPr>
        <p:txBody>
          <a:bodyPr>
            <a:normAutofit/>
          </a:bodyPr>
          <a:lstStyle/>
          <a:p>
            <a:pPr lvl="1"/>
            <a:r>
              <a:rPr lang="ja-JP" altLang="en-US" sz="1600" b="1" dirty="0"/>
              <a:t>チームの作業フローを決定</a:t>
            </a:r>
            <a:r>
              <a:rPr lang="ja-JP" altLang="en-US" sz="1600" dirty="0"/>
              <a:t>する</a:t>
            </a:r>
            <a:endParaRPr lang="en-US" altLang="ja-JP" sz="1600" dirty="0"/>
          </a:p>
          <a:p>
            <a:pPr lvl="1"/>
            <a:r>
              <a:rPr lang="ja-JP" altLang="en-US" sz="1600" dirty="0"/>
              <a:t>必要なツール作成の</a:t>
            </a:r>
            <a:r>
              <a:rPr lang="ja-JP" altLang="en-US" sz="1600" b="1" dirty="0"/>
              <a:t>指示</a:t>
            </a:r>
            <a:r>
              <a:rPr lang="ja-JP" altLang="en-US" sz="1600" dirty="0"/>
              <a:t>を出す</a:t>
            </a:r>
            <a:endParaRPr lang="en-US" altLang="ja-JP" sz="1600" dirty="0"/>
          </a:p>
          <a:p>
            <a:pPr marL="257173" lvl="1" indent="0" algn="ctr">
              <a:buNone/>
            </a:pPr>
            <a:endParaRPr lang="en-US" altLang="ja-JP" sz="1600" dirty="0"/>
          </a:p>
          <a:p>
            <a:pPr marL="257173" lvl="1" indent="0" algn="ctr">
              <a:buNone/>
            </a:pPr>
            <a:endParaRPr lang="en-US" altLang="ja-JP" sz="1600" dirty="0"/>
          </a:p>
          <a:p>
            <a:pPr marL="257173" lvl="1" indent="0">
              <a:buNone/>
            </a:pPr>
            <a:r>
              <a:rPr lang="ja-JP" altLang="en-US" sz="2000" dirty="0"/>
              <a:t>　　</a:t>
            </a:r>
            <a:r>
              <a:rPr lang="ja-JP" altLang="en-US" sz="2600" dirty="0"/>
              <a:t>設計🧑‍💻　　　　   設計🧑‍💻　　     　　   　設計🧑‍💻</a:t>
            </a:r>
            <a:br>
              <a:rPr lang="en-US" altLang="ja-JP" sz="2600" dirty="0"/>
            </a:br>
            <a:r>
              <a:rPr lang="ja-JP" altLang="en-US" sz="2000" dirty="0"/>
              <a:t>　　 ↓ </a:t>
            </a:r>
            <a:r>
              <a:rPr lang="ja-JP" altLang="en-US" sz="1700" dirty="0"/>
              <a:t>フローを決める</a:t>
            </a:r>
            <a:r>
              <a:rPr lang="ja-JP" altLang="en-US" sz="2000" dirty="0"/>
              <a:t>　        ↓指示 　　　　　　　　         ↓指示</a:t>
            </a:r>
            <a:endParaRPr lang="en-US" altLang="ja-JP" sz="2000" dirty="0"/>
          </a:p>
          <a:p>
            <a:pPr marL="257173" lvl="1" indent="0">
              <a:buNone/>
            </a:pPr>
            <a:r>
              <a:rPr lang="ja-JP" altLang="en-US" sz="2000" dirty="0"/>
              <a:t>　　 ↓　　　　　　            ↓</a:t>
            </a:r>
            <a:r>
              <a:rPr lang="ja-JP" altLang="en-US" sz="1400" dirty="0"/>
              <a:t>ツールを作成</a:t>
            </a:r>
            <a:r>
              <a:rPr lang="ja-JP" altLang="en-US" sz="1800" dirty="0"/>
              <a:t>🤖</a:t>
            </a:r>
            <a:r>
              <a:rPr lang="ja-JP" altLang="en-US" sz="1200" dirty="0"/>
              <a:t>　　　　　　　　</a:t>
            </a:r>
            <a:r>
              <a:rPr lang="ja-JP" altLang="en-US" sz="1900" dirty="0"/>
              <a:t>          ↓</a:t>
            </a:r>
            <a:r>
              <a:rPr lang="ja-JP" altLang="en-US" sz="1300" dirty="0"/>
              <a:t>ツールを作成</a:t>
            </a:r>
            <a:r>
              <a:rPr lang="ja-JP" altLang="en-US" sz="1700" dirty="0"/>
              <a:t>🤖</a:t>
            </a:r>
            <a:endParaRPr lang="en-US" altLang="ja-JP" sz="2000" dirty="0"/>
          </a:p>
          <a:p>
            <a:pPr marL="257173" lvl="1" indent="0">
              <a:buNone/>
            </a:pPr>
            <a:r>
              <a:rPr lang="ja-JP" altLang="en-US" sz="2000" dirty="0"/>
              <a:t>「</a:t>
            </a:r>
            <a:r>
              <a:rPr lang="ja-JP" altLang="en-US" sz="2400" dirty="0"/>
              <a:t>🧑‍💻</a:t>
            </a:r>
            <a:r>
              <a:rPr lang="ja-JP" altLang="en-US" sz="1600" dirty="0"/>
              <a:t>このページを取込みたい→ 取り込み💻→</a:t>
            </a:r>
            <a:r>
              <a:rPr lang="ja-JP" altLang="en-US" sz="2400" dirty="0"/>
              <a:t>🧑‍💻</a:t>
            </a:r>
            <a:r>
              <a:rPr lang="ja-JP" altLang="en-US" sz="1600" dirty="0"/>
              <a:t>変更してプッシュ →</a:t>
            </a:r>
            <a:r>
              <a:rPr lang="en-US" altLang="ja-JP" sz="1600" dirty="0" err="1"/>
              <a:t>Growi</a:t>
            </a:r>
            <a:r>
              <a:rPr lang="ja-JP" altLang="en-US" sz="1600" dirty="0"/>
              <a:t>同期💻」</a:t>
            </a:r>
            <a:endParaRPr lang="en-US" altLang="ja-JP" sz="1600" dirty="0"/>
          </a:p>
          <a:p>
            <a:pPr marL="257173" lvl="1" indent="0">
              <a:buNone/>
            </a:pPr>
            <a:endParaRPr kumimoji="1" lang="en-US" altLang="ja-JP" sz="16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 err="1"/>
              <a:t>Judement</a:t>
            </a:r>
            <a:r>
              <a:rPr lang="en-US" altLang="ja-JP" dirty="0"/>
              <a:t>!!  </a:t>
            </a:r>
            <a:r>
              <a:rPr lang="ja-JP" altLang="en-US" dirty="0"/>
              <a:t>～作り方を作る～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600" b="1" dirty="0"/>
              <a:t>問い: Wiki をローカル（Git）で管理すれば何が可能になるか？</a:t>
            </a:r>
            <a:endParaRPr lang="ja-JP" altLang="en-US" dirty="0"/>
          </a:p>
          <a:p>
            <a:pPr lvl="1"/>
            <a:r>
              <a:rPr kumimoji="1" lang="ja-JP" altLang="en-US" sz="1600" dirty="0"/>
              <a:t>コーディングエージェントはローカル情報に最も効率よくアクセスできる</a:t>
            </a:r>
          </a:p>
          <a:p>
            <a:pPr lvl="1"/>
            <a:r>
              <a:rPr kumimoji="1" lang="ja-JP" altLang="en-US" sz="1600" dirty="0"/>
              <a:t>Wiki を読んで既存仕様との整合性チェックができる</a:t>
            </a:r>
          </a:p>
          <a:p>
            <a:pPr lvl="1"/>
            <a:r>
              <a:rPr kumimoji="1" lang="ja-JP" altLang="en-US" sz="1600" dirty="0"/>
              <a:t>Git 管理にすれば GitHub Actions に組み込める</a:t>
            </a:r>
            <a:endParaRPr kumimoji="1" lang="en-US" altLang="ja-JP" sz="1600" dirty="0"/>
          </a:p>
          <a:p>
            <a:pPr lvl="1"/>
            <a:endParaRPr lang="en-US" altLang="ja-JP" sz="1600" dirty="0"/>
          </a:p>
          <a:p>
            <a:pPr lvl="1"/>
            <a:endParaRPr kumimoji="1" lang="ja-JP" altLang="en-US" sz="1600" dirty="0"/>
          </a:p>
          <a:p>
            <a:r>
              <a:rPr lang="ja-JP" altLang="en-US" b="1" dirty="0"/>
              <a:t>判断の結果</a:t>
            </a:r>
          </a:p>
          <a:p>
            <a:pPr lvl="1"/>
            <a:r>
              <a:rPr lang="ja-JP" altLang="en-US" sz="1600" dirty="0"/>
              <a:t>仕様ドキュメントを Git 管理（現在 193 ファイルが約２人日（片手間）で完了）</a:t>
            </a:r>
          </a:p>
          <a:p>
            <a:pPr lvl="1"/>
            <a:r>
              <a:rPr lang="ja-JP" altLang="en-US" sz="1600" b="1" dirty="0"/>
              <a:t>仕様をコードから AI で生成 → 過程でバグも発見</a:t>
            </a:r>
            <a:r>
              <a:rPr lang="ja-JP" altLang="en-US" sz="1600" dirty="0"/>
              <a:t>（SSOT の恩恵）</a:t>
            </a:r>
          </a:p>
          <a:p>
            <a:pPr lvl="1"/>
            <a:r>
              <a:rPr lang="ja-JP" altLang="en-US" sz="1600" dirty="0"/>
              <a:t>コミット履歴で貢献が見える（感謝を伝えやすい）</a:t>
            </a:r>
            <a:endParaRPr lang="en-US" altLang="ja-JP" sz="1600" dirty="0"/>
          </a:p>
          <a:p>
            <a:pPr lvl="1"/>
            <a:endParaRPr lang="en-US" altLang="ja-JP" sz="1600" dirty="0"/>
          </a:p>
          <a:p>
            <a:pPr lvl="1"/>
            <a:r>
              <a:rPr lang="ja-JP" altLang="en-US" sz="1600" dirty="0"/>
              <a:t>困りごとや制約をもとにツールを作っていく過程はエンジニアリングの過程そのもの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振り返り：</a:t>
            </a:r>
            <a:r>
              <a:rPr kumimoji="1" lang="ja-JP" altLang="en-US" dirty="0"/>
              <a:t>問いに答える正しい判断だったか？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600" dirty="0"/>
              <a:t>事例2　AIレビューワークフロー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300" dirty="0"/>
              <a:t>「</a:t>
            </a:r>
            <a:r>
              <a:rPr lang="ja-JP" altLang="en-US" sz="1400" dirty="0"/>
              <a:t>育て方を作る</a:t>
            </a:r>
            <a:r>
              <a:rPr kumimoji="1" lang="ja-JP" altLang="en-US" sz="1300" dirty="0"/>
              <a:t>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ja-JP" altLang="en-US" sz="1500" dirty="0"/>
              <a:t>コアメンバー（田中さん）が別チームへ</a:t>
            </a:r>
            <a:r>
              <a:rPr kumimoji="1" lang="en-US" altLang="ja-JP" sz="1500" dirty="0"/>
              <a:t>…</a:t>
            </a:r>
            <a:endParaRPr kumimoji="1" lang="ja-JP" altLang="en-US" sz="1500" dirty="0"/>
          </a:p>
          <a:p>
            <a:pPr lvl="1"/>
            <a:r>
              <a:rPr kumimoji="1" lang="ja-JP" altLang="en-US" sz="1500" dirty="0"/>
              <a:t>→ PdM 1名 / BE+FE 1名（私）/ FE 2名 体制に</a:t>
            </a:r>
          </a:p>
          <a:p>
            <a:endParaRPr lang="ja-JP" altLang="en-US" dirty="0"/>
          </a:p>
          <a:p>
            <a:r>
              <a:rPr kumimoji="1" lang="ja-JP" altLang="en-US" sz="1500" dirty="0"/>
              <a:t>コード自体は AI で早く完成するが、レビューコストが高くなっていた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AI にレビューさせるだけでは不十分</a:t>
            </a:r>
          </a:p>
          <a:p>
            <a:pPr lvl="1"/>
            <a:r>
              <a:rPr kumimoji="1" lang="ja-JP" altLang="en-US" sz="1500" dirty="0"/>
              <a:t>確認してほしいことを確認してくれるとは限らない</a:t>
            </a:r>
          </a:p>
          <a:p>
            <a:pPr lvl="1"/>
            <a:r>
              <a:rPr kumimoji="1" lang="ja-JP" altLang="en-US" sz="1500" dirty="0"/>
              <a:t>バグ探しを主目的にすると、テスト / Lint / 静的解析と責務が競合する</a:t>
            </a:r>
          </a:p>
          <a:p>
            <a:pPr lvl="1"/>
            <a:r>
              <a:rPr kumimoji="1" lang="ja-JP" altLang="en-US" sz="1500" dirty="0"/>
              <a:t>AI生成コードは速く増えるが、人間の理解速度は変わらない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レビューには 2つの時間軸がある</a:t>
            </a:r>
          </a:p>
          <a:p>
            <a:pPr lvl="1"/>
            <a:r>
              <a:rPr kumimoji="1" lang="ja-JP" altLang="en-US" sz="1500" dirty="0"/>
              <a:t>短期: この変更をいま組み込むべきかを判断する</a:t>
            </a:r>
          </a:p>
          <a:p>
            <a:pPr lvl="1"/>
            <a:r>
              <a:rPr kumimoji="1" lang="ja-JP" altLang="en-US" sz="1500" dirty="0"/>
              <a:t>長期: その判断を担える人を増やす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課題 — AIレビューだけでは不十分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kumimoji="1" lang="ja-JP" altLang="en-US" sz="1500" b="1" dirty="0"/>
              <a:t>問い: AI がチェックし、人間が採否を判断するワークフローをどう設計するか？</a:t>
            </a:r>
            <a:endParaRPr lang="ja-JP" altLang="en-US" dirty="0"/>
          </a:p>
          <a:p>
            <a:r>
              <a:rPr kumimoji="1" lang="ja-JP" altLang="en-US" sz="1500" dirty="0"/>
              <a:t>レビューの前提</a:t>
            </a:r>
          </a:p>
          <a:p>
            <a:pPr lvl="1"/>
            <a:r>
              <a:rPr kumimoji="1" lang="ja-JP" altLang="en-US" sz="1500" dirty="0"/>
              <a:t>これまでは、コーディングの過程でメンタルモデルが形成されていた</a:t>
            </a:r>
            <a:endParaRPr kumimoji="1" lang="en-US" altLang="ja-JP" sz="1500" dirty="0"/>
          </a:p>
          <a:p>
            <a:pPr lvl="2"/>
            <a:r>
              <a:rPr kumimoji="1" lang="en-US" altLang="ja-JP" sz="1500" dirty="0"/>
              <a:t>AI</a:t>
            </a:r>
            <a:r>
              <a:rPr kumimoji="1" lang="ja-JP" altLang="en-US" sz="1500" dirty="0"/>
              <a:t>によって、メンタルモデルが漠然としていても実装ができてしまう</a:t>
            </a:r>
            <a:br>
              <a:rPr kumimoji="1" lang="en-US" altLang="ja-JP" sz="1500" dirty="0"/>
            </a:br>
            <a:r>
              <a:rPr kumimoji="1" lang="ja-JP" altLang="en-US" sz="1500" dirty="0"/>
              <a:t>≒コードの細かい仕様やトレードオフを理解せぬまま動いてしまう</a:t>
            </a:r>
            <a:endParaRPr kumimoji="1" lang="en-US" altLang="ja-JP" sz="1500" dirty="0"/>
          </a:p>
          <a:p>
            <a:pPr lvl="1"/>
            <a:r>
              <a:rPr kumimoji="1" lang="ja-JP" altLang="en-US" sz="1500" dirty="0"/>
              <a:t>著者が先に自分のメンタルモデルへ統合してからレビューに出す</a:t>
            </a:r>
          </a:p>
          <a:p>
            <a:pPr lvl="1"/>
            <a:r>
              <a:rPr kumimoji="1" lang="ja-JP" altLang="en-US" sz="1500" dirty="0"/>
              <a:t>「AI が書いたので詳細はよく分からないが、テストは通っている」は出せない</a:t>
            </a:r>
            <a:endParaRPr lang="ja-JP" altLang="en-US" dirty="0"/>
          </a:p>
          <a:p>
            <a:r>
              <a:rPr kumimoji="1" lang="ja-JP" altLang="en-US" sz="1500" dirty="0"/>
              <a:t>セルフレビュー（著者用）とピアレビュー（レビュワー用）を分離</a:t>
            </a:r>
          </a:p>
          <a:p>
            <a:pPr lvl="1"/>
            <a:r>
              <a:rPr kumimoji="1" lang="ja-JP" altLang="en-US" sz="1500" dirty="0"/>
              <a:t>セルフ: 網羅的チェック + 意思決定の記録</a:t>
            </a:r>
            <a:endParaRPr kumimoji="1" lang="en-US" altLang="ja-JP" sz="1500" dirty="0"/>
          </a:p>
          <a:p>
            <a:pPr lvl="2"/>
            <a:r>
              <a:rPr kumimoji="1" lang="ja-JP" altLang="en-US" sz="1500" dirty="0"/>
              <a:t>著者がコードに責任を持つべき</a:t>
            </a:r>
            <a:endParaRPr kumimoji="1" lang="en-US" altLang="ja-JP" sz="1500" dirty="0"/>
          </a:p>
          <a:p>
            <a:pPr lvl="1"/>
            <a:r>
              <a:rPr lang="ja-JP" altLang="en-US" sz="1500" dirty="0"/>
              <a:t>ピア: PR 理解 + 重要指摘のみ質問形式</a:t>
            </a:r>
            <a:endParaRPr kumimoji="1" lang="ja-JP" altLang="en-US" sz="1500" dirty="0"/>
          </a:p>
          <a:p>
            <a:pPr lvl="2"/>
            <a:r>
              <a:rPr kumimoji="1" lang="ja-JP" altLang="en-US" sz="1500" dirty="0"/>
              <a:t>レビュワーに細かい指摘たくさんされると辛い</a:t>
            </a:r>
            <a:endParaRPr lang="ja-JP" altLang="en-US" dirty="0"/>
          </a:p>
          <a:p>
            <a:r>
              <a:rPr lang="ja-JP" altLang="en-US" sz="1500" dirty="0"/>
              <a:t>成長の機会</a:t>
            </a:r>
            <a:r>
              <a:rPr kumimoji="1" lang="ja-JP" altLang="en-US" sz="1500" dirty="0"/>
              <a:t>は「教えること」ではなく「判断に参加すること」</a:t>
            </a:r>
          </a:p>
          <a:p>
            <a:pPr lvl="1"/>
            <a:r>
              <a:rPr kumimoji="1" lang="ja-JP" altLang="en-US" sz="1500" dirty="0"/>
              <a:t>著者: 自分は何を採るのかを明示する</a:t>
            </a:r>
          </a:p>
          <a:p>
            <a:pPr lvl="1"/>
            <a:r>
              <a:rPr kumimoji="1" lang="ja-JP" altLang="en-US" sz="1500" dirty="0"/>
              <a:t>レビュワー: その判断は妥当かを問う・理解する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判断（Judgment）— レビュー制度を設計する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500" b="1" dirty="0"/>
              <a:t>PR で共有すべき 4要素</a:t>
            </a:r>
          </a:p>
          <a:p>
            <a:pPr lvl="1"/>
            <a:r>
              <a:rPr kumimoji="1" lang="ja-JP" altLang="en-US" sz="1500" dirty="0"/>
              <a:t>コード / 設計意図 / トレードオフ / 影響範囲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9専門エージェント</a:t>
            </a:r>
          </a:p>
          <a:p>
            <a:pPr lvl="1"/>
            <a:r>
              <a:rPr kumimoji="1" lang="ja-JP" altLang="en-US" sz="1500" dirty="0"/>
              <a:t>FE/BE: bug-hunter / security / performance</a:t>
            </a:r>
          </a:p>
          <a:p>
            <a:pPr lvl="1"/>
            <a:r>
              <a:rPr kumimoji="1" lang="ja-JP" altLang="en-US" sz="1500" dirty="0"/>
              <a:t>Cross-cutting: architecture / simplicity / spec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構造化プロンプト</a:t>
            </a:r>
          </a:p>
          <a:p>
            <a:pPr lvl="1"/>
            <a:r>
              <a:rPr kumimoji="1" lang="ja-JP" altLang="en-US" sz="1500" dirty="0"/>
              <a:t>Role → Scope → Task → Constraints → Context → Output</a:t>
            </a:r>
          </a:p>
          <a:p>
            <a:pPr lvl="1"/>
            <a:r>
              <a:rPr kumimoji="1" lang="ja-JP" altLang="en-US" sz="1500" dirty="0"/>
              <a:t>Read-only / 専門外については何も言わない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判断（Judgment）— 共有すべきこととエージェント設計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500" b="1" dirty="0"/>
              <a:t>著者</a:t>
            </a:r>
          </a:p>
          <a:p>
            <a:pPr lvl="1"/>
            <a:r>
              <a:rPr kumimoji="1" lang="ja-JP" altLang="en-US" sz="1500" dirty="0"/>
              <a:t>/self-review → 網羅的チェック（Reckoning）</a:t>
            </a:r>
          </a:p>
          <a:p>
            <a:pPr lvl="1"/>
            <a:r>
              <a:rPr kumimoji="1" lang="ja-JP" altLang="en-US" sz="1500" dirty="0"/>
              <a:t>意思決定フェーズ → 各 finding に判断（Judgment）</a:t>
            </a:r>
          </a:p>
          <a:p>
            <a:pPr lvl="1"/>
            <a:r>
              <a:rPr kumimoji="1" lang="ja-JP" altLang="en-US" sz="1500" dirty="0"/>
              <a:t>/draft-pr → 意思決定記録と設計意図を PR に埋め込む</a:t>
            </a:r>
            <a:endParaRPr lang="ja-JP" altLang="en-US" dirty="0"/>
          </a:p>
          <a:p>
            <a:r>
              <a:rPr kumimoji="1" lang="ja-JP" altLang="en-US" sz="1500" b="1" dirty="0"/>
              <a:t>レビュワー</a:t>
            </a:r>
          </a:p>
          <a:p>
            <a:pPr lvl="1"/>
            <a:r>
              <a:rPr kumimoji="1" lang="ja-JP" altLang="en-US" sz="1500" dirty="0"/>
              <a:t>/peer-review → 検討済み事項をスキップ</a:t>
            </a:r>
          </a:p>
          <a:p>
            <a:pPr lvl="1"/>
            <a:r>
              <a:rPr kumimoji="1" lang="ja-JP" altLang="en-US" sz="1500" dirty="0"/>
              <a:t>コメント選択 → 「その判断は妥当か」を問う（Judgment）</a:t>
            </a:r>
          </a:p>
          <a:p>
            <a:pPr lvl="1"/>
            <a:r>
              <a:rPr kumimoji="1" lang="ja-JP" altLang="en-US" sz="1500" dirty="0"/>
              <a:t>/post-review → Pending レビューを投稿</a:t>
            </a:r>
          </a:p>
          <a:p>
            <a:r>
              <a:rPr lang="ja-JP" altLang="en-US" sz="1500" b="1" dirty="0"/>
              <a:t>チームで</a:t>
            </a:r>
          </a:p>
          <a:p>
            <a:pPr lvl="1"/>
            <a:r>
              <a:rPr lang="en-US" altLang="ja-JP" sz="1500" dirty="0"/>
              <a:t>Claude.md</a:t>
            </a:r>
            <a:r>
              <a:rPr lang="ja-JP" altLang="en-US" sz="1500" dirty="0"/>
              <a:t>や各</a:t>
            </a:r>
            <a:r>
              <a:rPr lang="en-US" altLang="ja-JP" sz="1500" dirty="0"/>
              <a:t>Agent.md</a:t>
            </a:r>
            <a:r>
              <a:rPr lang="ja-JP" altLang="en-US" sz="1500" dirty="0"/>
              <a:t>に判断・観点を追加していく（Judgment）</a:t>
            </a:r>
            <a:endParaRPr lang="en-US" altLang="ja-JP" sz="1500" dirty="0"/>
          </a:p>
          <a:p>
            <a:pPr lvl="1"/>
            <a:endParaRPr lang="ja-JP" altLang="en-US" dirty="0"/>
          </a:p>
          <a:p>
            <a:r>
              <a:rPr kumimoji="1" lang="ja-JP" altLang="en-US" sz="1500" b="1" dirty="0"/>
              <a:t>重要なのは「AI に言われたから」ではなく</a:t>
            </a:r>
          </a:p>
          <a:p>
            <a:r>
              <a:rPr kumimoji="1" lang="ja-JP" altLang="en-US" sz="1500" b="1" dirty="0"/>
              <a:t>「自分はこう判断した」と残すこと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演算（Reckoning）— 判断を通すワークフロー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500" b="1" dirty="0"/>
              <a:t>責務分離</a:t>
            </a:r>
          </a:p>
          <a:p>
            <a:pPr lvl="1"/>
            <a:r>
              <a:rPr kumimoji="1" lang="ja-JP" altLang="en-US" sz="1500" dirty="0"/>
              <a:t>自動化可能な欠陥検出は前段へ、レビューは採否判断へ寄せられる</a:t>
            </a:r>
          </a:p>
          <a:p>
            <a:pPr lvl="1"/>
            <a:r>
              <a:rPr kumimoji="1" lang="ja-JP" altLang="en-US" sz="1500" dirty="0"/>
              <a:t>最終チェックポイントは人間同士のレビューに残せる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変更理解</a:t>
            </a:r>
          </a:p>
          <a:p>
            <a:pPr lvl="1"/>
            <a:r>
              <a:rPr kumimoji="1" lang="ja-JP" altLang="en-US" sz="1500" dirty="0"/>
              <a:t>著者が読み直してから出すので、ブラックボックスな変更が減る</a:t>
            </a:r>
          </a:p>
          <a:p>
            <a:pPr lvl="1"/>
            <a:r>
              <a:rPr kumimoji="1" lang="ja-JP" altLang="en-US" sz="1500" dirty="0"/>
              <a:t>コメントが「教える」より「判断の確認」に寄ってくる</a:t>
            </a:r>
          </a:p>
          <a:p>
            <a:endParaRPr lang="ja-JP" altLang="en-US" dirty="0"/>
          </a:p>
          <a:p>
            <a:r>
              <a:rPr lang="ja-JP" altLang="en-US" sz="1500" b="1" dirty="0"/>
              <a:t>仕組み</a:t>
            </a:r>
            <a:r>
              <a:rPr kumimoji="1" lang="ja-JP" altLang="en-US" sz="1500" b="1" dirty="0"/>
              <a:t>としての効果</a:t>
            </a:r>
          </a:p>
          <a:p>
            <a:pPr lvl="1"/>
            <a:r>
              <a:rPr kumimoji="1" lang="ja-JP" altLang="en-US" sz="1500" dirty="0"/>
              <a:t>単発のレビューコメントは軽く、Judgment の訓練機会は増える</a:t>
            </a:r>
          </a:p>
          <a:p>
            <a:pPr lvl="1"/>
            <a:r>
              <a:rPr kumimoji="1" lang="ja-JP" altLang="en-US" sz="1500" dirty="0"/>
              <a:t>Issue 起点で方向性を先に合わせる動機が生まれる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効果 — 判断共有と判断育成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2A480-17D9-D96D-ABBB-2D2E81196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A7ED6F00-4B77-5D41-8D72-117D6963CF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500" b="1" dirty="0"/>
              <a:t>「何を問うか」を引き受けるのは人間</a:t>
            </a:r>
          </a:p>
          <a:p>
            <a:pPr lvl="1"/>
            <a:r>
              <a:rPr kumimoji="1" lang="ja-JP" altLang="en-US" sz="1500" dirty="0"/>
              <a:t>問いを立てることも</a:t>
            </a:r>
            <a:r>
              <a:rPr kumimoji="1" lang="en-US" altLang="ja-JP" sz="1500" b="1" dirty="0"/>
              <a:t>Judgement</a:t>
            </a:r>
            <a:r>
              <a:rPr kumimoji="1" lang="ja-JP" altLang="en-US" sz="1500" dirty="0"/>
              <a:t>である</a:t>
            </a:r>
            <a:endParaRPr kumimoji="1" lang="en-US" altLang="ja-JP" sz="1500" dirty="0"/>
          </a:p>
          <a:p>
            <a:pPr lvl="1"/>
            <a:r>
              <a:rPr kumimoji="1" lang="ja-JP" altLang="en-US" sz="1500" dirty="0"/>
              <a:t>責任：違和感を言語化し、満足できる条件を策定し、受け入れるトレードオフを決める</a:t>
            </a:r>
          </a:p>
          <a:p>
            <a:r>
              <a:rPr kumimoji="1" lang="ja-JP" altLang="en-US" sz="1500" b="1" dirty="0"/>
              <a:t>レビューに出す前の責任</a:t>
            </a:r>
          </a:p>
          <a:p>
            <a:pPr lvl="1"/>
            <a:r>
              <a:rPr kumimoji="1" lang="ja-JP" altLang="en-US" sz="1500" b="1" dirty="0"/>
              <a:t>変更を自分のメンタルモデルへ統合</a:t>
            </a:r>
            <a:r>
              <a:rPr kumimoji="1" lang="ja-JP" altLang="en-US" sz="1500" dirty="0"/>
              <a:t>してからレビューに出す</a:t>
            </a:r>
          </a:p>
          <a:p>
            <a:pPr lvl="1"/>
            <a:r>
              <a:rPr kumimoji="1" lang="ja-JP" altLang="en-US" sz="1500" dirty="0"/>
              <a:t>AI が書いたコードでも、自分の言葉で説明できなければならない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教育をどこに置くか</a:t>
            </a:r>
          </a:p>
          <a:p>
            <a:pPr lvl="1"/>
            <a:r>
              <a:rPr kumimoji="1" lang="ja-JP" altLang="en-US" sz="1500" dirty="0"/>
              <a:t>個別のレビューコメントの主目的は教育ではない</a:t>
            </a:r>
            <a:r>
              <a:rPr lang="ja-JP" altLang="en-US" sz="1500" dirty="0"/>
              <a:t>（メンタルモデルの合意である）</a:t>
            </a:r>
            <a:endParaRPr kumimoji="1" lang="ja-JP" altLang="en-US" sz="1500" dirty="0"/>
          </a:p>
          <a:p>
            <a:pPr lvl="1"/>
            <a:r>
              <a:rPr kumimoji="1" lang="ja-JP" altLang="en-US" sz="1500" dirty="0"/>
              <a:t>しかしレビュー</a:t>
            </a:r>
            <a:r>
              <a:rPr kumimoji="1" lang="ja-JP" altLang="en-US" sz="1500" b="1" dirty="0"/>
              <a:t>制度</a:t>
            </a:r>
            <a:r>
              <a:rPr kumimoji="1" lang="ja-JP" altLang="en-US" sz="1500" dirty="0"/>
              <a:t>の目的には 判断能力（Judgment） 育成を含めるべき</a:t>
            </a:r>
          </a:p>
          <a:p>
            <a:pPr lvl="1"/>
            <a:r>
              <a:rPr kumimoji="1" lang="ja-JP" altLang="en-US" sz="1500" dirty="0"/>
              <a:t>教育は「丁寧に教えること」より「判断に参加させること」で起こる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29AD7D9B-DA65-5172-2F87-0638FD2C6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結び: 人間が引き受けるべきこと</a:t>
            </a:r>
          </a:p>
        </p:txBody>
      </p:sp>
    </p:spTree>
    <p:extLst>
      <p:ext uri="{BB962C8B-B14F-4D97-AF65-F5344CB8AC3E}">
        <p14:creationId xmlns:p14="http://schemas.microsoft.com/office/powerpoint/2010/main" val="2464662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C864C-ABF0-D0C1-BF39-0334A096B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447E06-5663-D993-00F5-27716A086B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 dirty="0"/>
              <a:t>判断（Judgment）と</a:t>
            </a:r>
            <a:br>
              <a:rPr lang="en-US" altLang="ja-JP" dirty="0"/>
            </a:br>
            <a:r>
              <a:rPr lang="ja-JP" altLang="en-US" dirty="0"/>
              <a:t>演算（Reckoning）</a:t>
            </a:r>
            <a:endParaRPr kumimoji="1" lang="ja-JP" altLang="en-US" sz="2600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85CE312-5905-6B2B-5FD6-24AF00DEF7B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偉大なる哲学者であり科学者：</a:t>
            </a:r>
            <a:r>
              <a:rPr lang="en-US" altLang="ja-JP" dirty="0"/>
              <a:t>Brian Cantwell Smith</a:t>
            </a:r>
            <a:endParaRPr kumimoji="1" lang="ja-JP" altLang="en-US" sz="1300" dirty="0"/>
          </a:p>
        </p:txBody>
      </p:sp>
    </p:spTree>
    <p:extLst>
      <p:ext uri="{BB962C8B-B14F-4D97-AF65-F5344CB8AC3E}">
        <p14:creationId xmlns:p14="http://schemas.microsoft.com/office/powerpoint/2010/main" val="29836132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632681" y="1304764"/>
            <a:ext cx="8640638" cy="4894536"/>
          </a:xfrm>
        </p:spPr>
        <p:txBody>
          <a:bodyPr>
            <a:normAutofit/>
          </a:bodyPr>
          <a:lstStyle/>
          <a:p>
            <a:r>
              <a:rPr kumimoji="1" lang="ja-JP" altLang="en-US" sz="1800" b="1" dirty="0"/>
              <a:t>ドキュメントパイプライン</a:t>
            </a:r>
          </a:p>
          <a:p>
            <a:pPr lvl="1"/>
            <a:r>
              <a:rPr kumimoji="1" lang="ja-JP" altLang="en-US" sz="1800" dirty="0"/>
              <a:t>Judgment: 何を自動化し・何を</a:t>
            </a:r>
            <a:r>
              <a:rPr lang="ja-JP" altLang="en-US" sz="1800" dirty="0"/>
              <a:t>メンバー（人間）に何</a:t>
            </a:r>
            <a:r>
              <a:rPr kumimoji="1" lang="ja-JP" altLang="en-US" sz="1800" dirty="0"/>
              <a:t>をやってもらうか</a:t>
            </a:r>
            <a:br>
              <a:rPr kumimoji="1" lang="en-US" altLang="ja-JP" sz="1800" dirty="0"/>
            </a:br>
            <a:r>
              <a:rPr kumimoji="1" lang="ja-JP" altLang="en-US" sz="1800" dirty="0"/>
              <a:t>Reckoning: ツール構築・ツール実行</a:t>
            </a:r>
            <a:endParaRPr lang="ja-JP" altLang="en-US" sz="1400" dirty="0"/>
          </a:p>
          <a:p>
            <a:r>
              <a:rPr kumimoji="1" lang="ja-JP" altLang="en-US" sz="1800" b="1" dirty="0"/>
              <a:t>レビューワークフロー</a:t>
            </a:r>
          </a:p>
          <a:p>
            <a:pPr lvl="1"/>
            <a:r>
              <a:rPr kumimoji="1" lang="ja-JP" altLang="en-US" sz="1800" dirty="0"/>
              <a:t>Judgment: この変更を組み込むべきか、どの判断を採るか、何を観点とするか</a:t>
            </a:r>
          </a:p>
          <a:p>
            <a:pPr lvl="1"/>
            <a:r>
              <a:rPr kumimoji="1" lang="ja-JP" altLang="en-US" sz="1800" dirty="0"/>
              <a:t>Reckoning: 網羅分析、要約、観点別チェック</a:t>
            </a:r>
          </a:p>
          <a:p>
            <a:endParaRPr lang="ja-JP" altLang="en-US" dirty="0"/>
          </a:p>
          <a:p>
            <a:pPr algn="ctr"/>
            <a:r>
              <a:rPr kumimoji="1" lang="ja-JP" altLang="en-US" sz="1800" b="1" dirty="0"/>
              <a:t>共通</a:t>
            </a:r>
          </a:p>
          <a:p>
            <a:pPr marL="257173" lvl="1" indent="0" algn="ctr">
              <a:buNone/>
            </a:pPr>
            <a:r>
              <a:rPr kumimoji="1" lang="ja-JP" altLang="en-US" sz="1800" dirty="0"/>
              <a:t>人間が枠組みと採否を決め、AI がその範囲で実行する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2つの事例が示すパターン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344488" y="1304764"/>
            <a:ext cx="8496300" cy="4894536"/>
          </a:xfrm>
        </p:spPr>
        <p:txBody>
          <a:bodyPr>
            <a:normAutofit fontScale="92500" lnSpcReduction="20000"/>
          </a:bodyPr>
          <a:lstStyle/>
          <a:p>
            <a:r>
              <a:rPr kumimoji="1" lang="ja-JP" altLang="en-US" sz="1600" b="1" dirty="0"/>
              <a:t>計算の哲学・AI哲学・認知科学を横断する研究者</a:t>
            </a:r>
            <a:r>
              <a:rPr kumimoji="1" lang="ja-JP" altLang="en-US" sz="1400" dirty="0"/>
              <a:t>（1950–2025）</a:t>
            </a:r>
            <a:endParaRPr kumimoji="1" lang="en-US" altLang="ja-JP" sz="1400" dirty="0"/>
          </a:p>
          <a:p>
            <a:r>
              <a:rPr lang="en-US" altLang="ja-JP" sz="1400" dirty="0">
                <a:hlinkClick r:id="rId2"/>
              </a:rPr>
              <a:t>Obituary: Brian Cantwell Smith (1950 to 2025) - Faculty of Information</a:t>
            </a:r>
            <a:endParaRPr lang="ja-JP" altLang="en-US" sz="800" dirty="0"/>
          </a:p>
          <a:p>
            <a:r>
              <a:rPr kumimoji="1" lang="ja-JP" altLang="en-US" sz="1600" b="1" dirty="0"/>
              <a:t>学術キャリア</a:t>
            </a:r>
          </a:p>
          <a:p>
            <a:pPr lvl="1"/>
            <a:r>
              <a:rPr kumimoji="1" lang="ja-JP" altLang="en-US" sz="1400" dirty="0"/>
              <a:t>MIT で博士号取得 — 世界初のリフレクティブ言語 3-Lisp を開発</a:t>
            </a:r>
          </a:p>
          <a:p>
            <a:pPr lvl="1"/>
            <a:r>
              <a:rPr kumimoji="1" lang="ja-JP" altLang="en-US" sz="1400" dirty="0"/>
              <a:t>Stanford 大学で CSLI（言語情報研究センター）を共同設立</a:t>
            </a:r>
          </a:p>
          <a:p>
            <a:pPr lvl="1"/>
            <a:r>
              <a:rPr kumimoji="1" lang="ja-JP" altLang="en-US" sz="1400" dirty="0"/>
              <a:t>Computer Professionals for Social Responsibility（CPSR）初代会長</a:t>
            </a:r>
          </a:p>
          <a:p>
            <a:pPr lvl="1"/>
            <a:r>
              <a:rPr kumimoji="1" lang="ja-JP" altLang="en-US" sz="1400" dirty="0"/>
              <a:t>トロント大学情報学部長を経て Reid Hoffman Chair in AI and the Human を保持</a:t>
            </a:r>
            <a:endParaRPr lang="ja-JP" altLang="en-US" sz="800" dirty="0"/>
          </a:p>
          <a:p>
            <a:r>
              <a:rPr kumimoji="1" lang="ja-JP" altLang="en-US" sz="1600" b="1" dirty="0"/>
              <a:t>主著</a:t>
            </a:r>
          </a:p>
          <a:p>
            <a:pPr lvl="1"/>
            <a:r>
              <a:rPr kumimoji="1" lang="ja-JP" altLang="en-US" sz="1400" i="1" dirty="0"/>
              <a:t>The Promise of Artificial Intelligence: </a:t>
            </a:r>
            <a:r>
              <a:rPr kumimoji="1" lang="ja-JP" altLang="en-US" sz="1400" b="1" i="1" dirty="0"/>
              <a:t>Reckoning and Judgment</a:t>
            </a:r>
            <a:r>
              <a:rPr kumimoji="1" lang="ja-JP" altLang="en-US" sz="1400" dirty="0"/>
              <a:t>（2019, MIT Press）</a:t>
            </a:r>
            <a:endParaRPr kumimoji="1" lang="en-US" altLang="ja-JP" sz="1400" dirty="0"/>
          </a:p>
          <a:p>
            <a:pPr lvl="2"/>
            <a:r>
              <a:rPr lang="ja-JP" altLang="en-US" dirty="0"/>
              <a:t>人工知能の可能性 機械は人間と同じ思考力を持てるのか　　</a:t>
            </a:r>
            <a:r>
              <a:rPr kumimoji="1" lang="ja-JP" altLang="en-US" sz="1400" dirty="0"/>
              <a:t>← </a:t>
            </a:r>
            <a:r>
              <a:rPr kumimoji="1" lang="ja-JP" altLang="en-US" sz="1400" b="1" dirty="0"/>
              <a:t>本発表の枠組み</a:t>
            </a:r>
          </a:p>
          <a:p>
            <a:pPr lvl="1"/>
            <a:r>
              <a:rPr kumimoji="1" lang="ja-JP" altLang="en-US" sz="1400" i="1" dirty="0"/>
              <a:t>On the Origin of Objects</a:t>
            </a:r>
            <a:r>
              <a:rPr kumimoji="1" lang="ja-JP" altLang="en-US" sz="1400" dirty="0"/>
              <a:t>（1996）/ </a:t>
            </a:r>
            <a:r>
              <a:rPr kumimoji="1" lang="ja-JP" altLang="en-US" sz="1400" i="1" dirty="0"/>
              <a:t>Computational Reflections</a:t>
            </a:r>
            <a:r>
              <a:rPr kumimoji="1" lang="ja-JP" altLang="en-US" sz="1400" dirty="0"/>
              <a:t>（2026, 遺著）</a:t>
            </a:r>
          </a:p>
          <a:p>
            <a:endParaRPr lang="ja-JP" altLang="en-US" sz="800" dirty="0"/>
          </a:p>
          <a:p>
            <a:r>
              <a:rPr kumimoji="1" lang="ja-JP" altLang="en-US" sz="1600" b="1" dirty="0"/>
              <a:t>Smith をリスペクトする人物</a:t>
            </a:r>
          </a:p>
          <a:p>
            <a:pPr lvl="1"/>
            <a:r>
              <a:rPr kumimoji="1" lang="ja-JP" altLang="en-US" sz="1400" b="1" dirty="0"/>
              <a:t>Reid Hoffman</a:t>
            </a:r>
            <a:r>
              <a:rPr kumimoji="1" lang="ja-JP" altLang="en-US" sz="1400" dirty="0"/>
              <a:t>（LinkedIn 共同創業者）— Stanford で Smith の「AIの哲学」講義を受講</a:t>
            </a:r>
          </a:p>
          <a:p>
            <a:pPr lvl="2"/>
            <a:r>
              <a:rPr kumimoji="1" lang="ja-JP" altLang="en-US" sz="1400" dirty="0"/>
              <a:t>トロント大学に 245万ドルを寄付し Smith の名を冠した寄附講座を設立</a:t>
            </a:r>
          </a:p>
          <a:p>
            <a:pPr lvl="1"/>
            <a:r>
              <a:rPr kumimoji="1" lang="ja-JP" altLang="en-US" sz="1400" b="1" dirty="0"/>
              <a:t>Terry Winograd</a:t>
            </a:r>
            <a:r>
              <a:rPr kumimoji="1" lang="ja-JP" altLang="en-US" sz="1400" dirty="0"/>
              <a:t>（Stanford HCI/AI 権威）— 長年の学術的協力者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dirty="0"/>
              <a:t>Brian Cantwell Smith</a:t>
            </a:r>
            <a:r>
              <a:rPr kumimoji="1" lang="ja-JP" altLang="en-US" dirty="0"/>
              <a:t> </a:t>
            </a:r>
            <a:r>
              <a:rPr lang="ja-JP" altLang="en-US" dirty="0"/>
              <a:t>って何者？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4692293-D13F-DE3D-EBE6-5B7CEE069D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5" t="2673" r="15827"/>
          <a:stretch>
            <a:fillRect/>
          </a:stretch>
        </p:blipFill>
        <p:spPr>
          <a:xfrm>
            <a:off x="7365268" y="969109"/>
            <a:ext cx="2540732" cy="285593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019F2-1916-EC49-C447-6CFB51CD0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5C34B18D-6E76-2900-D135-3A71908B83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ja-JP" altLang="en-US" sz="1600" b="1" dirty="0"/>
              <a:t>Judgment（判断）</a:t>
            </a:r>
          </a:p>
          <a:p>
            <a:pPr lvl="1"/>
            <a:r>
              <a:rPr kumimoji="1" lang="ja-JP" altLang="en-US" sz="1600" dirty="0"/>
              <a:t>何を</a:t>
            </a:r>
            <a:r>
              <a:rPr kumimoji="1" lang="ja-JP" altLang="en-US" sz="1600" b="1" dirty="0"/>
              <a:t>問う</a:t>
            </a:r>
            <a:r>
              <a:rPr kumimoji="1" lang="ja-JP" altLang="en-US" sz="1600" dirty="0"/>
              <a:t>か・何を</a:t>
            </a:r>
            <a:r>
              <a:rPr kumimoji="1" lang="ja-JP" altLang="en-US" sz="1600" b="1" dirty="0"/>
              <a:t>採る</a:t>
            </a:r>
            <a:r>
              <a:rPr kumimoji="1" lang="ja-JP" altLang="en-US" sz="1600" dirty="0"/>
              <a:t>かを引き受けること</a:t>
            </a:r>
            <a:endParaRPr kumimoji="1" lang="en-US" altLang="ja-JP" sz="1600" dirty="0"/>
          </a:p>
          <a:p>
            <a:pPr marL="257173" lvl="1" indent="0">
              <a:buNone/>
            </a:pPr>
            <a:endParaRPr lang="ja-JP" altLang="en-US" dirty="0"/>
          </a:p>
          <a:p>
            <a:r>
              <a:rPr kumimoji="1" lang="ja-JP" altLang="en-US" sz="1600" b="1" dirty="0"/>
              <a:t>Reckoning（演算）</a:t>
            </a:r>
          </a:p>
          <a:p>
            <a:pPr lvl="1"/>
            <a:r>
              <a:rPr kumimoji="1" lang="ja-JP" altLang="en-US" sz="1600" dirty="0"/>
              <a:t>与えられた条件で広く計算すること</a:t>
            </a:r>
          </a:p>
          <a:p>
            <a:endParaRPr lang="ja-JP" altLang="en-US" dirty="0"/>
          </a:p>
          <a:p>
            <a:r>
              <a:rPr kumimoji="1" lang="ja-JP" altLang="en-US" sz="1600" dirty="0"/>
              <a:t>現行 LLM の得意領域は Reckoning</a:t>
            </a:r>
            <a:r>
              <a:rPr lang="ja-JP" altLang="en-US" b="1" dirty="0"/>
              <a:t>（演算）</a:t>
            </a:r>
            <a:endParaRPr kumimoji="1" lang="ja-JP" altLang="en-US" sz="1600" dirty="0"/>
          </a:p>
          <a:p>
            <a:pPr lvl="1"/>
            <a:r>
              <a:rPr kumimoji="1" lang="ja-JP" altLang="en-US" sz="1600" dirty="0"/>
              <a:t>人間が与えた判断基準（</a:t>
            </a:r>
            <a:r>
              <a:rPr kumimoji="1" lang="en-US" altLang="ja-JP" sz="1600" b="1" dirty="0"/>
              <a:t>Context</a:t>
            </a:r>
            <a:r>
              <a:rPr kumimoji="1" lang="ja-JP" altLang="en-US" sz="1600" dirty="0"/>
              <a:t>）あるいは事前学習に沿って</a:t>
            </a:r>
            <a:br>
              <a:rPr kumimoji="1" lang="en-US" altLang="ja-JP" sz="1600" dirty="0"/>
            </a:br>
            <a:r>
              <a:rPr kumimoji="1" lang="ja-JP" altLang="en-US" sz="1600" b="1" dirty="0"/>
              <a:t>演算</a:t>
            </a:r>
            <a:r>
              <a:rPr lang="ja-JP" altLang="en-US" sz="1600" dirty="0"/>
              <a:t>させているに過ぎない</a:t>
            </a:r>
            <a:endParaRPr kumimoji="1" lang="en-US" altLang="ja-JP" sz="1600" dirty="0"/>
          </a:p>
          <a:p>
            <a:pPr lvl="1"/>
            <a:endParaRPr lang="en-US" altLang="ja-JP" sz="1600" dirty="0"/>
          </a:p>
          <a:p>
            <a:pPr marL="257173" lvl="1" indent="0">
              <a:buNone/>
            </a:pPr>
            <a:r>
              <a:rPr lang="ja-JP" altLang="en-US" sz="1600" dirty="0"/>
              <a:t>晩年の</a:t>
            </a:r>
            <a:r>
              <a:rPr lang="en-US" altLang="ja-JP" sz="1600" dirty="0"/>
              <a:t>Smith</a:t>
            </a:r>
            <a:r>
              <a:rPr lang="ja-JP" altLang="en-US" sz="1600" dirty="0"/>
              <a:t>は、「</a:t>
            </a:r>
            <a:r>
              <a:rPr lang="en-US" altLang="ja-JP" sz="1600" b="1" dirty="0"/>
              <a:t>AI</a:t>
            </a:r>
            <a:r>
              <a:rPr lang="ja-JP" altLang="en-US" sz="1600" b="1" dirty="0"/>
              <a:t>の圧倒的な演算力を前に、人間が判断の重要性を見失う</a:t>
            </a:r>
            <a:r>
              <a:rPr lang="ja-JP" altLang="en-US" sz="1600" dirty="0"/>
              <a:t>」</a:t>
            </a:r>
            <a:br>
              <a:rPr lang="en-US" altLang="ja-JP" sz="1600" dirty="0"/>
            </a:br>
            <a:r>
              <a:rPr lang="ja-JP" altLang="en-US" sz="1600" dirty="0"/>
              <a:t>ことを危惧していたそう</a:t>
            </a:r>
            <a:endParaRPr lang="en-US" altLang="ja-JP" sz="1600" dirty="0"/>
          </a:p>
          <a:p>
            <a:pPr lvl="2"/>
            <a:r>
              <a:rPr lang="en-US" altLang="ja-JP" sz="1600" dirty="0">
                <a:hlinkClick r:id="rId2"/>
              </a:rPr>
              <a:t>On Brian Cantwell Smith and the Promise of AI</a:t>
            </a:r>
            <a:endParaRPr lang="ja-JP" altLang="en-US" sz="1600" dirty="0"/>
          </a:p>
          <a:p>
            <a:pPr marL="257173" lvl="1" indent="0">
              <a:buNone/>
            </a:pPr>
            <a:endParaRPr kumimoji="1" lang="en-US" altLang="ja-JP" sz="1600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4A4BDA9A-4807-9063-214E-28E79A105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枠組み: 判断（Judgment）と演算（Reckoning）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4A22153F-3E1F-BA1D-0DF0-6F902F1C15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1292" y="980728"/>
            <a:ext cx="2324708" cy="2905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5109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2400" b="1" dirty="0"/>
              <a:t>「何を問うか」を引き受けるのは人間</a:t>
            </a:r>
          </a:p>
          <a:p>
            <a:pPr lvl="1"/>
            <a:r>
              <a:rPr kumimoji="1" lang="ja-JP" altLang="en-US" sz="2400" dirty="0"/>
              <a:t>問いを立てることも</a:t>
            </a:r>
            <a:r>
              <a:rPr kumimoji="1" lang="en-US" altLang="ja-JP" sz="2400" b="1" dirty="0"/>
              <a:t>Judgement</a:t>
            </a:r>
            <a:r>
              <a:rPr kumimoji="1" lang="ja-JP" altLang="en-US" sz="2400" dirty="0"/>
              <a:t>である</a:t>
            </a:r>
            <a:endParaRPr kumimoji="1" lang="en-US" altLang="ja-JP" sz="2400" dirty="0"/>
          </a:p>
          <a:p>
            <a:pPr lvl="1"/>
            <a:r>
              <a:rPr kumimoji="1" lang="ja-JP" altLang="en-US" sz="2400" dirty="0"/>
              <a:t>責任：</a:t>
            </a:r>
            <a:endParaRPr kumimoji="1" lang="en-US" altLang="ja-JP" sz="2400" dirty="0"/>
          </a:p>
          <a:p>
            <a:pPr lvl="2"/>
            <a:r>
              <a:rPr kumimoji="1" lang="ja-JP" altLang="en-US" sz="2400" dirty="0"/>
              <a:t>違和感を問いとして言語化し、</a:t>
            </a:r>
            <a:endParaRPr kumimoji="1" lang="en-US" altLang="ja-JP" sz="2400" dirty="0"/>
          </a:p>
          <a:p>
            <a:pPr lvl="2"/>
            <a:r>
              <a:rPr kumimoji="1" lang="ja-JP" altLang="en-US" sz="2400" dirty="0"/>
              <a:t>満足できる条件を策定し、</a:t>
            </a:r>
            <a:endParaRPr kumimoji="1" lang="en-US" altLang="ja-JP" sz="2400" dirty="0"/>
          </a:p>
          <a:p>
            <a:pPr lvl="2"/>
            <a:r>
              <a:rPr kumimoji="1" lang="ja-JP" altLang="en-US" sz="2400" dirty="0"/>
              <a:t>受け入れるトレードオフを決める</a:t>
            </a:r>
            <a:endParaRPr kumimoji="1" lang="ja-JP" altLang="en-US" sz="2400" b="1" dirty="0"/>
          </a:p>
          <a:p>
            <a:pPr lvl="1"/>
            <a:r>
              <a:rPr kumimoji="1" lang="ja-JP" altLang="en-US" sz="2400" b="1" dirty="0"/>
              <a:t>責任無いコードはメンタルモデルが喪失している</a:t>
            </a:r>
            <a:endParaRPr kumimoji="1" lang="ja-JP" altLang="en-US" sz="24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結び: 人間が引き受けるべきこと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953D7-D1D8-9872-F82B-C58E1A081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>
            <a:extLst>
              <a:ext uri="{FF2B5EF4-FFF2-40B4-BE49-F238E27FC236}">
                <a16:creationId xmlns:a16="http://schemas.microsoft.com/office/drawing/2014/main" id="{C234E5C6-7308-DBB9-103E-90172E568EEC}"/>
              </a:ext>
            </a:extLst>
          </p:cNvPr>
          <p:cNvSpPr txBox="1">
            <a:spLocks/>
          </p:cNvSpPr>
          <p:nvPr/>
        </p:nvSpPr>
        <p:spPr>
          <a:xfrm>
            <a:off x="0" y="1000000"/>
            <a:ext cx="99060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pPr lvl="1"/>
            <a:r>
              <a:rPr lang="ja-JP" altLang="en-US" sz="3600" dirty="0"/>
              <a:t>　　　設計（エンジニアリング）🧑‍💻</a:t>
            </a:r>
            <a:endParaRPr lang="en-US" altLang="ja-JP" sz="3600" dirty="0"/>
          </a:p>
          <a:p>
            <a:pPr lvl="1"/>
            <a:endParaRPr lang="en-US" altLang="ja-JP" sz="3600" dirty="0"/>
          </a:p>
          <a:p>
            <a:pPr lvl="1"/>
            <a:r>
              <a:rPr lang="ja-JP" altLang="en-US" sz="3600" dirty="0"/>
              <a:t>　　　　　　　　↓</a:t>
            </a:r>
            <a:r>
              <a:rPr lang="ja-JP" altLang="en-US" sz="2800" dirty="0"/>
              <a:t>判断</a:t>
            </a:r>
            <a:r>
              <a:rPr lang="ja-JP" altLang="en-US" sz="3600" dirty="0"/>
              <a:t>↓</a:t>
            </a:r>
            <a:br>
              <a:rPr lang="en-US" altLang="ja-JP" sz="3600" dirty="0"/>
            </a:br>
            <a:endParaRPr lang="en-US" altLang="ja-JP" sz="3600" dirty="0"/>
          </a:p>
          <a:p>
            <a:pPr lvl="1"/>
            <a:r>
              <a:rPr lang="ja-JP" altLang="en-US" sz="3600" dirty="0"/>
              <a:t>「</a:t>
            </a:r>
            <a:r>
              <a:rPr lang="ja-JP" altLang="en-US" sz="2800" dirty="0"/>
              <a:t>判断 🙆→ 演算 🤖→ 判断🙅 → 演算🤖→判断 🙆」</a:t>
            </a:r>
            <a:br>
              <a:rPr lang="en-US" altLang="ja-JP" dirty="0"/>
            </a:br>
            <a:endParaRPr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4065842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500" dirty="0"/>
              <a:t>Redmine → GitHub Issue → コード → Wiki をつなぐ</a:t>
            </a:r>
          </a:p>
          <a:p>
            <a:pPr lvl="1"/>
            <a:r>
              <a:rPr kumimoji="1" lang="ja-JP" altLang="en-US" sz="1500" dirty="0"/>
              <a:t>GitHub Agent が全体の整合をガーデニングする</a:t>
            </a:r>
          </a:p>
          <a:p>
            <a:pPr lvl="1"/>
            <a:r>
              <a:rPr kumimoji="1" lang="ja-JP" altLang="en-US" sz="1500" dirty="0"/>
              <a:t>例: PR 時に Wiki 未更新を指摘する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Phase 2</a:t>
            </a:r>
          </a:p>
          <a:p>
            <a:pPr lvl="1"/>
            <a:r>
              <a:rPr kumimoji="1" lang="ja-JP" altLang="en-US" sz="1500" dirty="0"/>
              <a:t>Claude Code Action による自動ドキュメント生成 PR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Judgment → Reckoning → Judgment</a:t>
            </a:r>
          </a:p>
          <a:p>
            <a:pPr lvl="1"/>
            <a:r>
              <a:rPr kumimoji="1" lang="ja-JP" altLang="en-US" sz="1500" dirty="0"/>
              <a:t>問いを立てる</a:t>
            </a:r>
          </a:p>
          <a:p>
            <a:pPr lvl="1"/>
            <a:r>
              <a:rPr kumimoji="1" lang="ja-JP" altLang="en-US" sz="1500" dirty="0"/>
              <a:t>AI に演算させる</a:t>
            </a:r>
          </a:p>
          <a:p>
            <a:pPr lvl="1"/>
            <a:r>
              <a:rPr kumimoji="1" lang="ja-JP" altLang="en-US" sz="1500" dirty="0"/>
              <a:t>採否を決める → また問いを立てる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将来の展望と最後のループ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/>
          <p:cNvSpPr txBox="1">
            <a:spLocks/>
          </p:cNvSpPr>
          <p:nvPr/>
        </p:nvSpPr>
        <p:spPr>
          <a:xfrm>
            <a:off x="697186" y="1000000"/>
            <a:ext cx="84963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r>
              <a:rPr kumimoji="1" lang="ja-JP" altLang="en-US" sz="2600" dirty="0"/>
              <a:t>レビューでは</a:t>
            </a:r>
          </a:p>
          <a:p>
            <a:r>
              <a:rPr kumimoji="1" lang="ja-JP" altLang="en-US" sz="2800" b="1" dirty="0"/>
              <a:t>「場」と「</a:t>
            </a:r>
            <a:r>
              <a:rPr lang="ja-JP" altLang="en-US" sz="2800" b="1" dirty="0"/>
              <a:t>仕組み</a:t>
            </a:r>
            <a:r>
              <a:rPr kumimoji="1" lang="ja-JP" altLang="en-US" sz="2800" b="1" dirty="0"/>
              <a:t>」を分けて考える</a:t>
            </a:r>
          </a:p>
          <a:p>
            <a:endParaRPr lang="ja-JP" altLang="en-US" dirty="0"/>
          </a:p>
          <a:p>
            <a:r>
              <a:rPr kumimoji="1" lang="ja-JP" altLang="en-US" sz="1900" dirty="0"/>
              <a:t>場: この変更を組み込むか</a:t>
            </a:r>
          </a:p>
          <a:p>
            <a:r>
              <a:rPr kumimoji="1" lang="ja-JP" altLang="en-US" sz="1900" dirty="0"/>
              <a:t>制度: その判断を担える人を増やす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テーマ">
  <a:themeElements>
    <a:clrScheme name="KENTEMテンプレート">
      <a:dk1>
        <a:srgbClr val="1E1E1E"/>
      </a:dk1>
      <a:lt1>
        <a:srgbClr val="FFFFFF"/>
      </a:lt1>
      <a:dk2>
        <a:srgbClr val="B3B3B3"/>
      </a:dk2>
      <a:lt2>
        <a:srgbClr val="F2F2F2"/>
      </a:lt2>
      <a:accent1>
        <a:srgbClr val="FDD000"/>
      </a:accent1>
      <a:accent2>
        <a:srgbClr val="00BFA6"/>
      </a:accent2>
      <a:accent3>
        <a:srgbClr val="40A6E6"/>
      </a:accent3>
      <a:accent4>
        <a:srgbClr val="F3271A"/>
      </a:accent4>
      <a:accent5>
        <a:srgbClr val="F2762E"/>
      </a:accent5>
      <a:accent6>
        <a:srgbClr val="97B1AB"/>
      </a:accent6>
      <a:hlink>
        <a:srgbClr val="0070C0"/>
      </a:hlink>
      <a:folHlink>
        <a:srgbClr val="0070C0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ンプレート" id="{F11C7BB4-7BEF-41A9-B54E-EBBAC349AD90}" vid="{FD0F4BAD-71E0-4F59-8C3C-B0C7638B763E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1720</TotalTime>
  <Words>2222</Words>
  <Application>Microsoft Office PowerPoint</Application>
  <PresentationFormat>A4 210 x 297 mm</PresentationFormat>
  <Paragraphs>258</Paragraphs>
  <Slides>28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28</vt:i4>
      </vt:variant>
    </vt:vector>
  </HeadingPairs>
  <TitlesOfParts>
    <vt:vector size="31" baseType="lpstr">
      <vt:lpstr>游ゴシック</vt:lpstr>
      <vt:lpstr>Arial</vt:lpstr>
      <vt:lpstr>1_Office テーマ</vt:lpstr>
      <vt:lpstr>判断と演算のループを設計する — AIエージェント活用の2つの事例 —</vt:lpstr>
      <vt:lpstr>PowerPoint プレゼンテーション</vt:lpstr>
      <vt:lpstr>今日話すこと</vt:lpstr>
      <vt:lpstr>枠組み: 判断（Judgment）と演算（Reckoning）</vt:lpstr>
      <vt:lpstr>PowerPoint プレゼンテーション</vt:lpstr>
      <vt:lpstr>今日話す2つの仕組み</vt:lpstr>
      <vt:lpstr>事例1　ドキュメントパイプライン</vt:lpstr>
      <vt:lpstr>きっかけ</vt:lpstr>
      <vt:lpstr>演算（Reckoning）— growi-docs CLI</vt:lpstr>
      <vt:lpstr>演算（Reckoning）— 自動同期パイプライン</vt:lpstr>
      <vt:lpstr>制約：何を気にする必要があったか</vt:lpstr>
      <vt:lpstr>Judement!!  ～作り方を作る～</vt:lpstr>
      <vt:lpstr>振り返り：問いに答える正しい判断だったか？</vt:lpstr>
      <vt:lpstr>事例2　AIレビューワークフロー</vt:lpstr>
      <vt:lpstr>課題 — AIレビューだけでは不十分</vt:lpstr>
      <vt:lpstr>判断（Judgment）— レビュー制度を設計する</vt:lpstr>
      <vt:lpstr>判断（Judgment）— 共有すべきこととエージェント設計</vt:lpstr>
      <vt:lpstr>演算（Reckoning）— 判断を通すワークフロー</vt:lpstr>
      <vt:lpstr>効果 — 判断共有と判断育成</vt:lpstr>
      <vt:lpstr>結び: 人間が引き受けるべきこと</vt:lpstr>
      <vt:lpstr>判断（Judgment）と 演算（Reckoning）</vt:lpstr>
      <vt:lpstr>2つの事例が示すパターン</vt:lpstr>
      <vt:lpstr>Brian Cantwell Smith って何者？</vt:lpstr>
      <vt:lpstr>枠組み: 判断（Judgment）と演算（Reckoning）</vt:lpstr>
      <vt:lpstr>結び: 人間が引き受けるべきこと</vt:lpstr>
      <vt:lpstr>PowerPoint プレゼンテーション</vt:lpstr>
      <vt:lpstr>将来の展望と最後のループ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松本　紗規子</dc:creator>
  <cp:lastModifiedBy>大樹 森</cp:lastModifiedBy>
  <cp:revision>1039</cp:revision>
  <cp:lastPrinted>2021-05-06T02:35:10Z</cp:lastPrinted>
  <dcterms:created xsi:type="dcterms:W3CDTF">2020-11-02T06:12:12Z</dcterms:created>
  <dcterms:modified xsi:type="dcterms:W3CDTF">2026-04-02T15:57:19Z</dcterms:modified>
</cp:coreProperties>
</file>