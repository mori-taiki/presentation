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9"/>
  </p:notesMasterIdLst>
  <p:handoutMasterIdLst>
    <p:handoutMasterId r:id="rId10"/>
  </p:handoutMasterIdLst>
  <p:sldIdLst>
    <p:sldId id="318" r:id="rId2"/>
    <p:sldId id="281" r:id="rId3"/>
    <p:sldId id="322" r:id="rId4"/>
    <p:sldId id="312" r:id="rId5"/>
    <p:sldId id="319" r:id="rId6"/>
    <p:sldId id="321" r:id="rId7"/>
    <p:sldId id="320" r:id="rId8"/>
  </p:sldIdLst>
  <p:sldSz cx="9906000" cy="6858000" type="A4"/>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guide id="3" pos="5796" userDrawn="1">
          <p15:clr>
            <a:srgbClr val="F26B43"/>
          </p15:clr>
        </p15:guide>
        <p15:guide id="4" pos="444" userDrawn="1">
          <p15:clr>
            <a:srgbClr val="F26B43"/>
          </p15:clr>
        </p15:guide>
        <p15:guide id="5" orient="horz" pos="595" userDrawn="1">
          <p15:clr>
            <a:srgbClr val="F26B43"/>
          </p15:clr>
        </p15:guide>
        <p15:guide id="6" orient="horz" pos="4042" userDrawn="1">
          <p15:clr>
            <a:srgbClr val="F26B43"/>
          </p15:clr>
        </p15:guide>
        <p15:guide id="9" pos="3324" userDrawn="1">
          <p15:clr>
            <a:srgbClr val="F26B43"/>
          </p15:clr>
        </p15:guide>
        <p15:guide id="10" pos="2145" userDrawn="1">
          <p15:clr>
            <a:srgbClr val="F26B43"/>
          </p15:clr>
        </p15:guide>
        <p15:guide id="11" pos="4095" userDrawn="1">
          <p15:clr>
            <a:srgbClr val="F26B43"/>
          </p15:clr>
        </p15:guide>
        <p15:guide id="12" pos="2916" userDrawn="1">
          <p15:clr>
            <a:srgbClr val="F26B43"/>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松本　紗規子" initials="松本　紗規子" lastIdx="1" clrIdx="0">
    <p:extLst>
      <p:ext uri="{19B8F6BF-5375-455C-9EA6-DF929625EA0E}">
        <p15:presenceInfo xmlns:p15="http://schemas.microsoft.com/office/powerpoint/2012/main" userId="S::sa-matsumoto@kentem.onmicrosoft.com::5d7b7419-a4d7-4205-81a0-ec99ac0629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271A"/>
    <a:srgbClr val="FDD000"/>
    <a:srgbClr val="E6E6E6"/>
    <a:srgbClr val="000000"/>
    <a:srgbClr val="D9D9D9"/>
    <a:srgbClr val="B3B3B3"/>
    <a:srgbClr val="40A6E6"/>
    <a:srgbClr val="FFFFFF"/>
    <a:srgbClr val="F2F2F2"/>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F546CC-C669-462A-B718-C31FD42A0005}" v="36" dt="2021-03-23T01:26:47.94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37" autoAdjust="0"/>
    <p:restoredTop sz="95214" autoAdjust="0"/>
  </p:normalViewPr>
  <p:slideViewPr>
    <p:cSldViewPr>
      <p:cViewPr varScale="1">
        <p:scale>
          <a:sx n="105" d="100"/>
          <a:sy n="105" d="100"/>
        </p:scale>
        <p:origin x="1626" y="84"/>
      </p:cViewPr>
      <p:guideLst>
        <p:guide orient="horz" pos="2160"/>
        <p:guide pos="3120"/>
        <p:guide pos="5796"/>
        <p:guide pos="444"/>
        <p:guide orient="horz" pos="595"/>
        <p:guide orient="horz" pos="4042"/>
        <p:guide pos="3324"/>
        <p:guide pos="2145"/>
        <p:guide pos="4095"/>
        <p:guide pos="2916"/>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78" d="100"/>
          <a:sy n="78" d="100"/>
        </p:scale>
        <p:origin x="3996" y="96"/>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市川　卓" userId="918186a9-4936-4767-923a-3be65c1d7e18" providerId="ADAL" clId="{8CF546CC-C669-462A-B718-C31FD42A0005}"/>
    <pc:docChg chg="custSel addSld delSld modSld modMainMaster">
      <pc:chgData name="市川　卓" userId="918186a9-4936-4767-923a-3be65c1d7e18" providerId="ADAL" clId="{8CF546CC-C669-462A-B718-C31FD42A0005}" dt="2021-03-23T01:26:47.940" v="196"/>
      <pc:docMkLst>
        <pc:docMk/>
      </pc:docMkLst>
      <pc:sldChg chg="modSp mod">
        <pc:chgData name="市川　卓" userId="918186a9-4936-4767-923a-3be65c1d7e18" providerId="ADAL" clId="{8CF546CC-C669-462A-B718-C31FD42A0005}" dt="2021-03-23T01:26:38.484" v="191"/>
        <pc:sldMkLst>
          <pc:docMk/>
          <pc:sldMk cId="4280470710" sldId="294"/>
        </pc:sldMkLst>
        <pc:spChg chg="mod">
          <ac:chgData name="市川　卓" userId="918186a9-4936-4767-923a-3be65c1d7e18" providerId="ADAL" clId="{8CF546CC-C669-462A-B718-C31FD42A0005}" dt="2021-03-23T01:26:38.484" v="191"/>
          <ac:spMkLst>
            <pc:docMk/>
            <pc:sldMk cId="4280470710" sldId="294"/>
            <ac:spMk id="4" creationId="{A4F7849A-3771-4FDF-9E02-25A60A16513B}"/>
          </ac:spMkLst>
        </pc:spChg>
      </pc:sldChg>
      <pc:sldChg chg="modSp mod">
        <pc:chgData name="市川　卓" userId="918186a9-4936-4767-923a-3be65c1d7e18" providerId="ADAL" clId="{8CF546CC-C669-462A-B718-C31FD42A0005}" dt="2021-03-23T01:26:47.940" v="196"/>
        <pc:sldMkLst>
          <pc:docMk/>
          <pc:sldMk cId="3168707527" sldId="295"/>
        </pc:sldMkLst>
        <pc:spChg chg="mod">
          <ac:chgData name="市川　卓" userId="918186a9-4936-4767-923a-3be65c1d7e18" providerId="ADAL" clId="{8CF546CC-C669-462A-B718-C31FD42A0005}" dt="2021-03-23T01:26:47.940" v="196"/>
          <ac:spMkLst>
            <pc:docMk/>
            <pc:sldMk cId="3168707527" sldId="295"/>
            <ac:spMk id="4" creationId="{A4F7849A-3771-4FDF-9E02-25A60A16513B}"/>
          </ac:spMkLst>
        </pc:spChg>
      </pc:sldChg>
      <pc:sldChg chg="addSp delSp modSp new mod modClrScheme chgLayout">
        <pc:chgData name="市川　卓" userId="918186a9-4936-4767-923a-3be65c1d7e18" providerId="ADAL" clId="{8CF546CC-C669-462A-B718-C31FD42A0005}" dt="2021-03-23T01:22:39.553" v="176" actId="700"/>
        <pc:sldMkLst>
          <pc:docMk/>
          <pc:sldMk cId="1198207210" sldId="319"/>
        </pc:sldMkLst>
        <pc:spChg chg="del">
          <ac:chgData name="市川　卓" userId="918186a9-4936-4767-923a-3be65c1d7e18" providerId="ADAL" clId="{8CF546CC-C669-462A-B718-C31FD42A0005}" dt="2021-03-23T01:20:25.120" v="163" actId="700"/>
          <ac:spMkLst>
            <pc:docMk/>
            <pc:sldMk cId="1198207210" sldId="319"/>
            <ac:spMk id="2" creationId="{55B5715D-BAA3-4E2D-A8E7-3046102EEA35}"/>
          </ac:spMkLst>
        </pc:spChg>
        <pc:spChg chg="del">
          <ac:chgData name="市川　卓" userId="918186a9-4936-4767-923a-3be65c1d7e18" providerId="ADAL" clId="{8CF546CC-C669-462A-B718-C31FD42A0005}" dt="2021-03-23T01:20:25.120" v="163" actId="700"/>
          <ac:spMkLst>
            <pc:docMk/>
            <pc:sldMk cId="1198207210" sldId="319"/>
            <ac:spMk id="3" creationId="{6C41FF48-7C47-4D6C-BB87-9B9C37929DF2}"/>
          </ac:spMkLst>
        </pc:spChg>
        <pc:spChg chg="mod ord">
          <ac:chgData name="市川　卓" userId="918186a9-4936-4767-923a-3be65c1d7e18" providerId="ADAL" clId="{8CF546CC-C669-462A-B718-C31FD42A0005}" dt="2021-03-23T01:22:39.553" v="176" actId="700"/>
          <ac:spMkLst>
            <pc:docMk/>
            <pc:sldMk cId="1198207210" sldId="319"/>
            <ac:spMk id="4" creationId="{E545518E-D921-493E-90BD-19C3B09F2C6A}"/>
          </ac:spMkLst>
        </pc:spChg>
        <pc:spChg chg="add del mod ord">
          <ac:chgData name="市川　卓" userId="918186a9-4936-4767-923a-3be65c1d7e18" providerId="ADAL" clId="{8CF546CC-C669-462A-B718-C31FD42A0005}" dt="2021-03-23T01:20:30.693" v="164" actId="700"/>
          <ac:spMkLst>
            <pc:docMk/>
            <pc:sldMk cId="1198207210" sldId="319"/>
            <ac:spMk id="5" creationId="{0BD127DE-FD8A-4A45-B3ED-DBA92371FCC3}"/>
          </ac:spMkLst>
        </pc:spChg>
        <pc:spChg chg="add del mod ord">
          <ac:chgData name="市川　卓" userId="918186a9-4936-4767-923a-3be65c1d7e18" providerId="ADAL" clId="{8CF546CC-C669-462A-B718-C31FD42A0005}" dt="2021-03-23T01:20:30.693" v="164" actId="700"/>
          <ac:spMkLst>
            <pc:docMk/>
            <pc:sldMk cId="1198207210" sldId="319"/>
            <ac:spMk id="6" creationId="{0A1DF75C-3D7F-4FCF-901D-B191D4AFE530}"/>
          </ac:spMkLst>
        </pc:spChg>
        <pc:spChg chg="add del mod ord">
          <ac:chgData name="市川　卓" userId="918186a9-4936-4767-923a-3be65c1d7e18" providerId="ADAL" clId="{8CF546CC-C669-462A-B718-C31FD42A0005}" dt="2021-03-23T01:20:36.105" v="165" actId="700"/>
          <ac:spMkLst>
            <pc:docMk/>
            <pc:sldMk cId="1198207210" sldId="319"/>
            <ac:spMk id="7" creationId="{93593507-3EA2-4520-8CAD-78EB4A286CAE}"/>
          </ac:spMkLst>
        </pc:spChg>
        <pc:spChg chg="add del mod ord">
          <ac:chgData name="市川　卓" userId="918186a9-4936-4767-923a-3be65c1d7e18" providerId="ADAL" clId="{8CF546CC-C669-462A-B718-C31FD42A0005}" dt="2021-03-23T01:20:41.394" v="166" actId="700"/>
          <ac:spMkLst>
            <pc:docMk/>
            <pc:sldMk cId="1198207210" sldId="319"/>
            <ac:spMk id="8" creationId="{16F07EB1-9494-4BAE-9749-F29D0DB67E19}"/>
          </ac:spMkLst>
        </pc:spChg>
        <pc:spChg chg="add del mod ord">
          <ac:chgData name="市川　卓" userId="918186a9-4936-4767-923a-3be65c1d7e18" providerId="ADAL" clId="{8CF546CC-C669-462A-B718-C31FD42A0005}" dt="2021-03-23T01:20:41.394" v="166" actId="700"/>
          <ac:spMkLst>
            <pc:docMk/>
            <pc:sldMk cId="1198207210" sldId="319"/>
            <ac:spMk id="9" creationId="{8742670A-32CE-439D-9F61-AE6A61E2C629}"/>
          </ac:spMkLst>
        </pc:spChg>
        <pc:spChg chg="add del mod ord">
          <ac:chgData name="市川　卓" userId="918186a9-4936-4767-923a-3be65c1d7e18" providerId="ADAL" clId="{8CF546CC-C669-462A-B718-C31FD42A0005}" dt="2021-03-23T01:20:41.394" v="166" actId="700"/>
          <ac:spMkLst>
            <pc:docMk/>
            <pc:sldMk cId="1198207210" sldId="319"/>
            <ac:spMk id="10" creationId="{89256765-6CF2-4592-9EE0-CC61F1B43828}"/>
          </ac:spMkLst>
        </pc:spChg>
        <pc:spChg chg="add del mod ord">
          <ac:chgData name="市川　卓" userId="918186a9-4936-4767-923a-3be65c1d7e18" providerId="ADAL" clId="{8CF546CC-C669-462A-B718-C31FD42A0005}" dt="2021-03-23T01:20:46.865" v="167" actId="700"/>
          <ac:spMkLst>
            <pc:docMk/>
            <pc:sldMk cId="1198207210" sldId="319"/>
            <ac:spMk id="11" creationId="{A96FFE36-FCFA-4BF5-B517-231A1C03E2D9}"/>
          </ac:spMkLst>
        </pc:spChg>
        <pc:spChg chg="add del mod ord">
          <ac:chgData name="市川　卓" userId="918186a9-4936-4767-923a-3be65c1d7e18" providerId="ADAL" clId="{8CF546CC-C669-462A-B718-C31FD42A0005}" dt="2021-03-23T01:20:46.865" v="167" actId="700"/>
          <ac:spMkLst>
            <pc:docMk/>
            <pc:sldMk cId="1198207210" sldId="319"/>
            <ac:spMk id="12" creationId="{7EF4F0B7-BF25-4BF0-B7E7-18E08DF5DB9F}"/>
          </ac:spMkLst>
        </pc:spChg>
        <pc:spChg chg="add del mod ord">
          <ac:chgData name="市川　卓" userId="918186a9-4936-4767-923a-3be65c1d7e18" providerId="ADAL" clId="{8CF546CC-C669-462A-B718-C31FD42A0005}" dt="2021-03-23T01:20:56.075" v="168" actId="700"/>
          <ac:spMkLst>
            <pc:docMk/>
            <pc:sldMk cId="1198207210" sldId="319"/>
            <ac:spMk id="13" creationId="{B168DD99-CE2D-48F5-8E88-0DBF1C491149}"/>
          </ac:spMkLst>
        </pc:spChg>
        <pc:spChg chg="add del mod ord">
          <ac:chgData name="市川　卓" userId="918186a9-4936-4767-923a-3be65c1d7e18" providerId="ADAL" clId="{8CF546CC-C669-462A-B718-C31FD42A0005}" dt="2021-03-23T01:20:56.075" v="168" actId="700"/>
          <ac:spMkLst>
            <pc:docMk/>
            <pc:sldMk cId="1198207210" sldId="319"/>
            <ac:spMk id="14" creationId="{E9F50716-3DB4-42B5-BFC9-D2FB9DFBEEFD}"/>
          </ac:spMkLst>
        </pc:spChg>
        <pc:spChg chg="add del mod ord">
          <ac:chgData name="市川　卓" userId="918186a9-4936-4767-923a-3be65c1d7e18" providerId="ADAL" clId="{8CF546CC-C669-462A-B718-C31FD42A0005}" dt="2021-03-23T01:21:01.801" v="169" actId="700"/>
          <ac:spMkLst>
            <pc:docMk/>
            <pc:sldMk cId="1198207210" sldId="319"/>
            <ac:spMk id="15" creationId="{19E0D723-587C-4BCD-B584-2009E5CCA06A}"/>
          </ac:spMkLst>
        </pc:spChg>
        <pc:spChg chg="add del mod ord">
          <ac:chgData name="市川　卓" userId="918186a9-4936-4767-923a-3be65c1d7e18" providerId="ADAL" clId="{8CF546CC-C669-462A-B718-C31FD42A0005}" dt="2021-03-23T01:22:39.553" v="176" actId="700"/>
          <ac:spMkLst>
            <pc:docMk/>
            <pc:sldMk cId="1198207210" sldId="319"/>
            <ac:spMk id="16" creationId="{84E765C6-8942-4B08-B916-D68A6E4C944B}"/>
          </ac:spMkLst>
        </pc:spChg>
        <pc:spChg chg="add mod ord">
          <ac:chgData name="市川　卓" userId="918186a9-4936-4767-923a-3be65c1d7e18" providerId="ADAL" clId="{8CF546CC-C669-462A-B718-C31FD42A0005}" dt="2021-03-23T01:22:39.553" v="176" actId="700"/>
          <ac:spMkLst>
            <pc:docMk/>
            <pc:sldMk cId="1198207210" sldId="319"/>
            <ac:spMk id="17" creationId="{DD0A3361-802C-40F7-832C-B98FF8928BCC}"/>
          </ac:spMkLst>
        </pc:spChg>
        <pc:spChg chg="add mod ord">
          <ac:chgData name="市川　卓" userId="918186a9-4936-4767-923a-3be65c1d7e18" providerId="ADAL" clId="{8CF546CC-C669-462A-B718-C31FD42A0005}" dt="2021-03-23T01:22:39.553" v="176" actId="700"/>
          <ac:spMkLst>
            <pc:docMk/>
            <pc:sldMk cId="1198207210" sldId="319"/>
            <ac:spMk id="18" creationId="{F7F0E13D-98E6-41B4-AE2B-CA913B3AEA6E}"/>
          </ac:spMkLst>
        </pc:spChg>
        <pc:spChg chg="add mod ord">
          <ac:chgData name="市川　卓" userId="918186a9-4936-4767-923a-3be65c1d7e18" providerId="ADAL" clId="{8CF546CC-C669-462A-B718-C31FD42A0005}" dt="2021-03-23T01:22:39.553" v="176" actId="700"/>
          <ac:spMkLst>
            <pc:docMk/>
            <pc:sldMk cId="1198207210" sldId="319"/>
            <ac:spMk id="19" creationId="{97BF4AE6-356D-4DE8-A706-1287E3E81A23}"/>
          </ac:spMkLst>
        </pc:spChg>
      </pc:sldChg>
      <pc:sldChg chg="addSp delSp modSp new del mod modClrScheme chgLayout">
        <pc:chgData name="市川　卓" userId="918186a9-4936-4767-923a-3be65c1d7e18" providerId="ADAL" clId="{8CF546CC-C669-462A-B718-C31FD42A0005}" dt="2021-03-23T01:15:02.781" v="21" actId="47"/>
        <pc:sldMkLst>
          <pc:docMk/>
          <pc:sldMk cId="2630060054" sldId="319"/>
        </pc:sldMkLst>
        <pc:spChg chg="del mod ord">
          <ac:chgData name="市川　卓" userId="918186a9-4936-4767-923a-3be65c1d7e18" providerId="ADAL" clId="{8CF546CC-C669-462A-B718-C31FD42A0005}" dt="2021-03-23T01:13:35.480" v="1" actId="700"/>
          <ac:spMkLst>
            <pc:docMk/>
            <pc:sldMk cId="2630060054" sldId="319"/>
            <ac:spMk id="2" creationId="{8C7EE990-E0C1-4130-B0F4-4EC78F7BE10D}"/>
          </ac:spMkLst>
        </pc:spChg>
        <pc:spChg chg="del mod ord">
          <ac:chgData name="市川　卓" userId="918186a9-4936-4767-923a-3be65c1d7e18" providerId="ADAL" clId="{8CF546CC-C669-462A-B718-C31FD42A0005}" dt="2021-03-23T01:13:35.480" v="1" actId="700"/>
          <ac:spMkLst>
            <pc:docMk/>
            <pc:sldMk cId="2630060054" sldId="319"/>
            <ac:spMk id="3" creationId="{768BC4A8-C176-4753-B358-7C352AA69CA2}"/>
          </ac:spMkLst>
        </pc:spChg>
        <pc:spChg chg="mod ord">
          <ac:chgData name="市川　卓" userId="918186a9-4936-4767-923a-3be65c1d7e18" providerId="ADAL" clId="{8CF546CC-C669-462A-B718-C31FD42A0005}" dt="2021-03-23T01:14:48.708" v="20" actId="700"/>
          <ac:spMkLst>
            <pc:docMk/>
            <pc:sldMk cId="2630060054" sldId="319"/>
            <ac:spMk id="4" creationId="{E4DC7FDD-C655-40C7-9098-D905BC15CDF1}"/>
          </ac:spMkLst>
        </pc:spChg>
        <pc:spChg chg="add del mod ord">
          <ac:chgData name="市川　卓" userId="918186a9-4936-4767-923a-3be65c1d7e18" providerId="ADAL" clId="{8CF546CC-C669-462A-B718-C31FD42A0005}" dt="2021-03-23T01:13:41.793" v="2" actId="700"/>
          <ac:spMkLst>
            <pc:docMk/>
            <pc:sldMk cId="2630060054" sldId="319"/>
            <ac:spMk id="5" creationId="{0F500831-4D20-4D06-9980-D95DF883DE5D}"/>
          </ac:spMkLst>
        </pc:spChg>
        <pc:spChg chg="add del mod ord">
          <ac:chgData name="市川　卓" userId="918186a9-4936-4767-923a-3be65c1d7e18" providerId="ADAL" clId="{8CF546CC-C669-462A-B718-C31FD42A0005}" dt="2021-03-23T01:13:41.793" v="2" actId="700"/>
          <ac:spMkLst>
            <pc:docMk/>
            <pc:sldMk cId="2630060054" sldId="319"/>
            <ac:spMk id="6" creationId="{9E6C9889-489D-4658-A144-24E066B1FF36}"/>
          </ac:spMkLst>
        </pc:spChg>
        <pc:spChg chg="add del mod ord">
          <ac:chgData name="市川　卓" userId="918186a9-4936-4767-923a-3be65c1d7e18" providerId="ADAL" clId="{8CF546CC-C669-462A-B718-C31FD42A0005}" dt="2021-03-23T01:13:41.793" v="2" actId="700"/>
          <ac:spMkLst>
            <pc:docMk/>
            <pc:sldMk cId="2630060054" sldId="319"/>
            <ac:spMk id="7" creationId="{B89E9CC6-13C6-4D00-A900-FE96BA38C4C8}"/>
          </ac:spMkLst>
        </pc:spChg>
        <pc:spChg chg="add del mod ord">
          <ac:chgData name="市川　卓" userId="918186a9-4936-4767-923a-3be65c1d7e18" providerId="ADAL" clId="{8CF546CC-C669-462A-B718-C31FD42A0005}" dt="2021-03-23T01:13:46.058" v="3" actId="700"/>
          <ac:spMkLst>
            <pc:docMk/>
            <pc:sldMk cId="2630060054" sldId="319"/>
            <ac:spMk id="8" creationId="{D7689733-F8E0-47C3-8841-910685B0B120}"/>
          </ac:spMkLst>
        </pc:spChg>
        <pc:spChg chg="add del mod ord">
          <ac:chgData name="市川　卓" userId="918186a9-4936-4767-923a-3be65c1d7e18" providerId="ADAL" clId="{8CF546CC-C669-462A-B718-C31FD42A0005}" dt="2021-03-23T01:13:51.395" v="4" actId="700"/>
          <ac:spMkLst>
            <pc:docMk/>
            <pc:sldMk cId="2630060054" sldId="319"/>
            <ac:spMk id="9" creationId="{EFB86DB5-692E-4088-A70B-78947F75F8B9}"/>
          </ac:spMkLst>
        </pc:spChg>
        <pc:spChg chg="add del mod ord">
          <ac:chgData name="市川　卓" userId="918186a9-4936-4767-923a-3be65c1d7e18" providerId="ADAL" clId="{8CF546CC-C669-462A-B718-C31FD42A0005}" dt="2021-03-23T01:13:51.395" v="4" actId="700"/>
          <ac:spMkLst>
            <pc:docMk/>
            <pc:sldMk cId="2630060054" sldId="319"/>
            <ac:spMk id="10" creationId="{C4E5299E-B8FA-4543-8140-D751E68E76AA}"/>
          </ac:spMkLst>
        </pc:spChg>
        <pc:spChg chg="add del mod ord">
          <ac:chgData name="市川　卓" userId="918186a9-4936-4767-923a-3be65c1d7e18" providerId="ADAL" clId="{8CF546CC-C669-462A-B718-C31FD42A0005}" dt="2021-03-23T01:13:58.895" v="5" actId="700"/>
          <ac:spMkLst>
            <pc:docMk/>
            <pc:sldMk cId="2630060054" sldId="319"/>
            <ac:spMk id="11" creationId="{3B053275-541F-409A-9B3C-CBD465B91C39}"/>
          </ac:spMkLst>
        </pc:spChg>
        <pc:spChg chg="add del mod ord">
          <ac:chgData name="市川　卓" userId="918186a9-4936-4767-923a-3be65c1d7e18" providerId="ADAL" clId="{8CF546CC-C669-462A-B718-C31FD42A0005}" dt="2021-03-23T01:13:58.895" v="5" actId="700"/>
          <ac:spMkLst>
            <pc:docMk/>
            <pc:sldMk cId="2630060054" sldId="319"/>
            <ac:spMk id="12" creationId="{6EC0638B-6C41-467A-9DF3-1859636A72DC}"/>
          </ac:spMkLst>
        </pc:spChg>
        <pc:spChg chg="add del mod ord">
          <ac:chgData name="市川　卓" userId="918186a9-4936-4767-923a-3be65c1d7e18" providerId="ADAL" clId="{8CF546CC-C669-462A-B718-C31FD42A0005}" dt="2021-03-23T01:13:58.895" v="5" actId="700"/>
          <ac:spMkLst>
            <pc:docMk/>
            <pc:sldMk cId="2630060054" sldId="319"/>
            <ac:spMk id="13" creationId="{DE615F6B-9D86-49F1-AAA4-19E2A716DAE7}"/>
          </ac:spMkLst>
        </pc:spChg>
        <pc:spChg chg="add del mod ord">
          <ac:chgData name="市川　卓" userId="918186a9-4936-4767-923a-3be65c1d7e18" providerId="ADAL" clId="{8CF546CC-C669-462A-B718-C31FD42A0005}" dt="2021-03-23T01:13:58.895" v="5" actId="700"/>
          <ac:spMkLst>
            <pc:docMk/>
            <pc:sldMk cId="2630060054" sldId="319"/>
            <ac:spMk id="14" creationId="{FF22D9E4-17AD-44B0-9C0C-DB19F353D26E}"/>
          </ac:spMkLst>
        </pc:spChg>
        <pc:spChg chg="add del mod ord">
          <ac:chgData name="市川　卓" userId="918186a9-4936-4767-923a-3be65c1d7e18" providerId="ADAL" clId="{8CF546CC-C669-462A-B718-C31FD42A0005}" dt="2021-03-23T01:14:14.230" v="6" actId="700"/>
          <ac:spMkLst>
            <pc:docMk/>
            <pc:sldMk cId="2630060054" sldId="319"/>
            <ac:spMk id="15" creationId="{8E96B0B7-409D-405C-9F2D-8B5FC6E3D855}"/>
          </ac:spMkLst>
        </pc:spChg>
        <pc:spChg chg="add mod ord">
          <ac:chgData name="市川　卓" userId="918186a9-4936-4767-923a-3be65c1d7e18" providerId="ADAL" clId="{8CF546CC-C669-462A-B718-C31FD42A0005}" dt="2021-03-23T01:14:48.708" v="20" actId="700"/>
          <ac:spMkLst>
            <pc:docMk/>
            <pc:sldMk cId="2630060054" sldId="319"/>
            <ac:spMk id="16" creationId="{8D028072-CE95-4A5D-9429-3AC42DCB1247}"/>
          </ac:spMkLst>
        </pc:spChg>
        <pc:spChg chg="add del mod ord">
          <ac:chgData name="市川　卓" userId="918186a9-4936-4767-923a-3be65c1d7e18" providerId="ADAL" clId="{8CF546CC-C669-462A-B718-C31FD42A0005}" dt="2021-03-23T01:14:48.708" v="20" actId="700"/>
          <ac:spMkLst>
            <pc:docMk/>
            <pc:sldMk cId="2630060054" sldId="319"/>
            <ac:spMk id="17" creationId="{F069C250-A8B7-4333-8DF4-5C9438CAABCB}"/>
          </ac:spMkLst>
        </pc:spChg>
        <pc:spChg chg="add mod ord">
          <ac:chgData name="市川　卓" userId="918186a9-4936-4767-923a-3be65c1d7e18" providerId="ADAL" clId="{8CF546CC-C669-462A-B718-C31FD42A0005}" dt="2021-03-23T01:14:48.708" v="20" actId="700"/>
          <ac:spMkLst>
            <pc:docMk/>
            <pc:sldMk cId="2630060054" sldId="319"/>
            <ac:spMk id="18" creationId="{49A237C9-6D1B-473D-A745-98369F890030}"/>
          </ac:spMkLst>
        </pc:spChg>
      </pc:sldChg>
      <pc:sldMasterChg chg="modSldLayout">
        <pc:chgData name="市川　卓" userId="918186a9-4936-4767-923a-3be65c1d7e18" providerId="ADAL" clId="{8CF546CC-C669-462A-B718-C31FD42A0005}" dt="2021-03-23T01:24:05.120" v="187"/>
        <pc:sldMasterMkLst>
          <pc:docMk/>
          <pc:sldMasterMk cId="3406124352" sldId="2147483660"/>
        </pc:sldMasterMkLst>
        <pc:sldLayoutChg chg="modSp mod">
          <pc:chgData name="市川　卓" userId="918186a9-4936-4767-923a-3be65c1d7e18" providerId="ADAL" clId="{8CF546CC-C669-462A-B718-C31FD42A0005}" dt="2021-03-23T01:18:28.385" v="135"/>
          <pc:sldLayoutMkLst>
            <pc:docMk/>
            <pc:sldMasterMk cId="3406124352" sldId="2147483660"/>
            <pc:sldLayoutMk cId="2796180138" sldId="2147483661"/>
          </pc:sldLayoutMkLst>
          <pc:spChg chg="mod">
            <ac:chgData name="市川　卓" userId="918186a9-4936-4767-923a-3be65c1d7e18" providerId="ADAL" clId="{8CF546CC-C669-462A-B718-C31FD42A0005}" dt="2021-03-23T01:18:20.497" v="119"/>
            <ac:spMkLst>
              <pc:docMk/>
              <pc:sldMasterMk cId="3406124352" sldId="2147483660"/>
              <pc:sldLayoutMk cId="2796180138" sldId="2147483661"/>
              <ac:spMk id="12" creationId="{070BFD7A-9E95-4994-AD60-B44C8EE5291E}"/>
            </ac:spMkLst>
          </pc:spChg>
          <pc:spChg chg="mod">
            <ac:chgData name="市川　卓" userId="918186a9-4936-4767-923a-3be65c1d7e18" providerId="ADAL" clId="{8CF546CC-C669-462A-B718-C31FD42A0005}" dt="2021-03-23T01:18:28.385" v="135"/>
            <ac:spMkLst>
              <pc:docMk/>
              <pc:sldMasterMk cId="3406124352" sldId="2147483660"/>
              <pc:sldLayoutMk cId="2796180138" sldId="2147483661"/>
              <ac:spMk id="13" creationId="{170285FF-7FD2-42AA-8794-969E1D26EE90}"/>
            </ac:spMkLst>
          </pc:spChg>
        </pc:sldLayoutChg>
        <pc:sldLayoutChg chg="addSp delSp modSp mod">
          <pc:chgData name="市川　卓" userId="918186a9-4936-4767-923a-3be65c1d7e18" providerId="ADAL" clId="{8CF546CC-C669-462A-B718-C31FD42A0005}" dt="2021-03-23T01:22:00.708" v="173"/>
          <pc:sldLayoutMkLst>
            <pc:docMk/>
            <pc:sldMasterMk cId="3406124352" sldId="2147483660"/>
            <pc:sldLayoutMk cId="1483238547" sldId="2147483662"/>
          </pc:sldLayoutMkLst>
          <pc:spChg chg="del mod">
            <ac:chgData name="市川　卓" userId="918186a9-4936-4767-923a-3be65c1d7e18" providerId="ADAL" clId="{8CF546CC-C669-462A-B718-C31FD42A0005}" dt="2021-03-23T01:22:00.391" v="172" actId="478"/>
            <ac:spMkLst>
              <pc:docMk/>
              <pc:sldMasterMk cId="3406124352" sldId="2147483660"/>
              <pc:sldLayoutMk cId="1483238547" sldId="2147483662"/>
              <ac:spMk id="5" creationId="{0B4A7AD7-4430-490E-AA10-DA38C920F557}"/>
            </ac:spMkLst>
          </pc:spChg>
          <pc:spChg chg="add mod">
            <ac:chgData name="市川　卓" userId="918186a9-4936-4767-923a-3be65c1d7e18" providerId="ADAL" clId="{8CF546CC-C669-462A-B718-C31FD42A0005}" dt="2021-03-23T01:22:00.708" v="173"/>
            <ac:spMkLst>
              <pc:docMk/>
              <pc:sldMasterMk cId="3406124352" sldId="2147483660"/>
              <pc:sldLayoutMk cId="1483238547" sldId="2147483662"/>
              <ac:spMk id="6" creationId="{FBEA89D0-6CD5-45AF-95C2-21124EFE613B}"/>
            </ac:spMkLst>
          </pc:spChg>
        </pc:sldLayoutChg>
        <pc:sldLayoutChg chg="modSp mod">
          <pc:chgData name="市川　卓" userId="918186a9-4936-4767-923a-3be65c1d7e18" providerId="ADAL" clId="{8CF546CC-C669-462A-B718-C31FD42A0005}" dt="2021-03-23T01:18:54.621" v="155"/>
          <pc:sldLayoutMkLst>
            <pc:docMk/>
            <pc:sldMasterMk cId="3406124352" sldId="2147483660"/>
            <pc:sldLayoutMk cId="438743432" sldId="2147483666"/>
          </pc:sldLayoutMkLst>
          <pc:spChg chg="mod">
            <ac:chgData name="市川　卓" userId="918186a9-4936-4767-923a-3be65c1d7e18" providerId="ADAL" clId="{8CF546CC-C669-462A-B718-C31FD42A0005}" dt="2021-03-23T01:18:54.621" v="155"/>
            <ac:spMkLst>
              <pc:docMk/>
              <pc:sldMasterMk cId="3406124352" sldId="2147483660"/>
              <pc:sldLayoutMk cId="438743432" sldId="2147483666"/>
              <ac:spMk id="2" creationId="{1A9CE2BC-55D2-4D78-8A0D-3E31D3BE3F42}"/>
            </ac:spMkLst>
          </pc:spChg>
        </pc:sldLayoutChg>
        <pc:sldLayoutChg chg="addSp delSp modSp mod">
          <pc:chgData name="市川　卓" userId="918186a9-4936-4767-923a-3be65c1d7e18" providerId="ADAL" clId="{8CF546CC-C669-462A-B718-C31FD42A0005}" dt="2021-03-23T01:24:05.120" v="187"/>
          <pc:sldLayoutMkLst>
            <pc:docMk/>
            <pc:sldMasterMk cId="3406124352" sldId="2147483660"/>
            <pc:sldLayoutMk cId="2061727303" sldId="2147483669"/>
          </pc:sldLayoutMkLst>
          <pc:spChg chg="add del mod">
            <ac:chgData name="市川　卓" userId="918186a9-4936-4767-923a-3be65c1d7e18" providerId="ADAL" clId="{8CF546CC-C669-462A-B718-C31FD42A0005}" dt="2021-03-23T01:22:17.614" v="174" actId="478"/>
            <ac:spMkLst>
              <pc:docMk/>
              <pc:sldMasterMk cId="3406124352" sldId="2147483660"/>
              <pc:sldLayoutMk cId="2061727303" sldId="2147483669"/>
              <ac:spMk id="8" creationId="{3E1DC98A-6FF7-45E6-B7C6-5145EC45877A}"/>
            </ac:spMkLst>
          </pc:spChg>
          <pc:spChg chg="add del mod">
            <ac:chgData name="市川　卓" userId="918186a9-4936-4767-923a-3be65c1d7e18" providerId="ADAL" clId="{8CF546CC-C669-462A-B718-C31FD42A0005}" dt="2021-03-23T01:23:06.012" v="178" actId="478"/>
            <ac:spMkLst>
              <pc:docMk/>
              <pc:sldMasterMk cId="3406124352" sldId="2147483660"/>
              <pc:sldLayoutMk cId="2061727303" sldId="2147483669"/>
              <ac:spMk id="9" creationId="{533E3C44-9370-4FF3-922C-666864F6F91B}"/>
            </ac:spMkLst>
          </pc:spChg>
          <pc:spChg chg="add del mod">
            <ac:chgData name="市川　卓" userId="918186a9-4936-4767-923a-3be65c1d7e18" providerId="ADAL" clId="{8CF546CC-C669-462A-B718-C31FD42A0005}" dt="2021-03-23T01:23:23.957" v="182" actId="478"/>
            <ac:spMkLst>
              <pc:docMk/>
              <pc:sldMasterMk cId="3406124352" sldId="2147483660"/>
              <pc:sldLayoutMk cId="2061727303" sldId="2147483669"/>
              <ac:spMk id="10" creationId="{16FA130D-30C7-43CC-96E0-8D9427AE81EA}"/>
            </ac:spMkLst>
          </pc:spChg>
          <pc:spChg chg="del mod">
            <ac:chgData name="市川　卓" userId="918186a9-4936-4767-923a-3be65c1d7e18" providerId="ADAL" clId="{8CF546CC-C669-462A-B718-C31FD42A0005}" dt="2021-03-23T01:19:38.195" v="160" actId="478"/>
            <ac:spMkLst>
              <pc:docMk/>
              <pc:sldMasterMk cId="3406124352" sldId="2147483660"/>
              <pc:sldLayoutMk cId="2061727303" sldId="2147483669"/>
              <ac:spMk id="11" creationId="{328798FB-521C-44FC-8D18-B1B7EA1C5F17}"/>
            </ac:spMkLst>
          </pc:spChg>
          <pc:spChg chg="add del mod">
            <ac:chgData name="市川　卓" userId="918186a9-4936-4767-923a-3be65c1d7e18" providerId="ADAL" clId="{8CF546CC-C669-462A-B718-C31FD42A0005}" dt="2021-03-23T01:23:37.532" v="186" actId="478"/>
            <ac:spMkLst>
              <pc:docMk/>
              <pc:sldMasterMk cId="3406124352" sldId="2147483660"/>
              <pc:sldLayoutMk cId="2061727303" sldId="2147483669"/>
              <ac:spMk id="12" creationId="{5AFA8B6D-4DA7-4C12-B11A-E634AC6066C2}"/>
            </ac:spMkLst>
          </pc:spChg>
          <pc:spChg chg="add mod">
            <ac:chgData name="市川　卓" userId="918186a9-4936-4767-923a-3be65c1d7e18" providerId="ADAL" clId="{8CF546CC-C669-462A-B718-C31FD42A0005}" dt="2021-03-23T01:24:05.120" v="187"/>
            <ac:spMkLst>
              <pc:docMk/>
              <pc:sldMasterMk cId="3406124352" sldId="2147483660"/>
              <pc:sldLayoutMk cId="2061727303" sldId="2147483669"/>
              <ac:spMk id="13" creationId="{8B35175E-EC93-4AE8-998E-926A28C915DF}"/>
            </ac:spMkLst>
          </pc:spChg>
        </pc:sldLayoutChg>
        <pc:sldLayoutChg chg="modSp mod">
          <pc:chgData name="市川　卓" userId="918186a9-4936-4767-923a-3be65c1d7e18" providerId="ADAL" clId="{8CF546CC-C669-462A-B718-C31FD42A0005}" dt="2021-03-23T01:15:46.343" v="22" actId="14100"/>
          <pc:sldLayoutMkLst>
            <pc:docMk/>
            <pc:sldMasterMk cId="3406124352" sldId="2147483660"/>
            <pc:sldLayoutMk cId="4293387943" sldId="2147483672"/>
          </pc:sldLayoutMkLst>
          <pc:spChg chg="mod">
            <ac:chgData name="市川　卓" userId="918186a9-4936-4767-923a-3be65c1d7e18" providerId="ADAL" clId="{8CF546CC-C669-462A-B718-C31FD42A0005}" dt="2021-03-23T01:15:46.343" v="22" actId="14100"/>
            <ac:spMkLst>
              <pc:docMk/>
              <pc:sldMasterMk cId="3406124352" sldId="2147483660"/>
              <pc:sldLayoutMk cId="4293387943" sldId="2147483672"/>
              <ac:spMk id="3" creationId="{5F426957-CAD6-40F7-8D0C-0F353F53A097}"/>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D6CEFADD-2549-4A37-B220-686DF91B6E5E}"/>
              </a:ext>
            </a:extLst>
          </p:cNvPr>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0E4538C6-3CC2-4C84-968B-7274B487BD17}"/>
              </a:ext>
            </a:extLst>
          </p:cNvPr>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FB2DADC9-84AC-47A0-A132-06E0329E8A4A}" type="datetimeFigureOut">
              <a:rPr kumimoji="1" lang="ja-JP" altLang="en-US" smtClean="0"/>
              <a:t>2021/5/7</a:t>
            </a:fld>
            <a:endParaRPr kumimoji="1" lang="ja-JP" altLang="en-US"/>
          </a:p>
        </p:txBody>
      </p:sp>
      <p:sp>
        <p:nvSpPr>
          <p:cNvPr id="4" name="フッター プレースホルダー 3">
            <a:extLst>
              <a:ext uri="{FF2B5EF4-FFF2-40B4-BE49-F238E27FC236}">
                <a16:creationId xmlns:a16="http://schemas.microsoft.com/office/drawing/2014/main" id="{5BEC7C25-3D78-430F-B7C7-48C81D0DEC7E}"/>
              </a:ext>
            </a:extLst>
          </p:cNvPr>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9278F1D2-4AE1-4B1E-9591-226E81A1DCC7}"/>
              </a:ext>
            </a:extLst>
          </p:cNvPr>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867BD8BF-A928-4707-9340-61FE96745E91}" type="slidenum">
              <a:rPr kumimoji="1" lang="ja-JP" altLang="en-US" smtClean="0"/>
              <a:t>‹#›</a:t>
            </a:fld>
            <a:endParaRPr kumimoji="1" lang="ja-JP" altLang="en-US"/>
          </a:p>
        </p:txBody>
      </p:sp>
    </p:spTree>
    <p:extLst>
      <p:ext uri="{BB962C8B-B14F-4D97-AF65-F5344CB8AC3E}">
        <p14:creationId xmlns:p14="http://schemas.microsoft.com/office/powerpoint/2010/main" val="18625965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A532AB89-1C3C-45F3-9E77-B76890C91663}" type="datetimeFigureOut">
              <a:rPr kumimoji="1" lang="ja-JP" altLang="en-US" smtClean="0"/>
              <a:t>2021/5/7</a:t>
            </a:fld>
            <a:endParaRPr kumimoji="1" lang="ja-JP" altLang="en-US"/>
          </a:p>
        </p:txBody>
      </p:sp>
      <p:sp>
        <p:nvSpPr>
          <p:cNvPr id="4" name="スライド イメージ プレースホルダー 3"/>
          <p:cNvSpPr>
            <a:spLocks noGrp="1" noRot="1" noChangeAspect="1"/>
          </p:cNvSpPr>
          <p:nvPr>
            <p:ph type="sldImg" idx="2"/>
          </p:nvPr>
        </p:nvSpPr>
        <p:spPr>
          <a:xfrm>
            <a:off x="963613" y="1233488"/>
            <a:ext cx="4808537"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8104881A-4257-43F8-A557-80103A5A893D}" type="slidenum">
              <a:rPr kumimoji="1" lang="ja-JP" altLang="en-US" smtClean="0"/>
              <a:t>‹#›</a:t>
            </a:fld>
            <a:endParaRPr kumimoji="1" lang="ja-JP" altLang="en-US"/>
          </a:p>
        </p:txBody>
      </p:sp>
    </p:spTree>
    <p:extLst>
      <p:ext uri="{BB962C8B-B14F-4D97-AF65-F5344CB8AC3E}">
        <p14:creationId xmlns:p14="http://schemas.microsoft.com/office/powerpoint/2010/main" val="76177034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
    <p:bg>
      <p:bgPr>
        <a:solidFill>
          <a:srgbClr val="FDD000"/>
        </a:solidFill>
        <a:effectLst/>
      </p:bgPr>
    </p:bg>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3768CB0C-8DDF-4B1C-9B5E-948800A3B425}"/>
              </a:ext>
            </a:extLst>
          </p:cNvPr>
          <p:cNvSpPr/>
          <p:nvPr userDrawn="1"/>
        </p:nvSpPr>
        <p:spPr>
          <a:xfrm>
            <a:off x="-2" y="3"/>
            <a:ext cx="990600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dirty="0">
              <a:solidFill>
                <a:sysClr val="windowText" lastClr="000000"/>
              </a:solidFill>
            </a:endParaRPr>
          </a:p>
        </p:txBody>
      </p:sp>
      <p:sp>
        <p:nvSpPr>
          <p:cNvPr id="2" name="四角形: 角を丸くする 1">
            <a:extLst>
              <a:ext uri="{FF2B5EF4-FFF2-40B4-BE49-F238E27FC236}">
                <a16:creationId xmlns:a16="http://schemas.microsoft.com/office/drawing/2014/main" id="{0A3548E1-C3F3-4D17-A515-2E28DA243018}"/>
              </a:ext>
            </a:extLst>
          </p:cNvPr>
          <p:cNvSpPr/>
          <p:nvPr userDrawn="1"/>
        </p:nvSpPr>
        <p:spPr>
          <a:xfrm>
            <a:off x="5431402" y="104884"/>
            <a:ext cx="4464493" cy="5412348"/>
          </a:xfrm>
          <a:prstGeom prst="roundRect">
            <a:avLst>
              <a:gd name="adj" fmla="val 4205"/>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dirty="0"/>
          </a:p>
        </p:txBody>
      </p:sp>
      <p:sp>
        <p:nvSpPr>
          <p:cNvPr id="12" name="タイトル 1">
            <a:extLst>
              <a:ext uri="{FF2B5EF4-FFF2-40B4-BE49-F238E27FC236}">
                <a16:creationId xmlns:a16="http://schemas.microsoft.com/office/drawing/2014/main" id="{070BFD7A-9E95-4994-AD60-B44C8EE5291E}"/>
              </a:ext>
            </a:extLst>
          </p:cNvPr>
          <p:cNvSpPr>
            <a:spLocks noGrp="1"/>
          </p:cNvSpPr>
          <p:nvPr>
            <p:ph type="ctrTitle" hasCustomPrompt="1"/>
          </p:nvPr>
        </p:nvSpPr>
        <p:spPr>
          <a:xfrm>
            <a:off x="701173" y="2541823"/>
            <a:ext cx="4532968" cy="913442"/>
          </a:xfrm>
          <a:prstGeom prst="rect">
            <a:avLst/>
          </a:prstGeom>
        </p:spPr>
        <p:txBody>
          <a:bodyPr anchor="ctr">
            <a:normAutofit/>
          </a:bodyPr>
          <a:lstStyle>
            <a:lvl1pPr algn="l">
              <a:lnSpc>
                <a:spcPct val="120000"/>
              </a:lnSpc>
              <a:defRPr sz="2600" b="1">
                <a:solidFill>
                  <a:schemeClr val="tx1"/>
                </a:solidFill>
                <a:latin typeface="+mn-ea"/>
                <a:ea typeface="+mn-ea"/>
              </a:defRPr>
            </a:lvl1pPr>
          </a:lstStyle>
          <a:p>
            <a:r>
              <a:rPr kumimoji="1" lang="ja-JP" altLang="en-US" dirty="0"/>
              <a:t>タイトルを入力</a:t>
            </a:r>
          </a:p>
        </p:txBody>
      </p:sp>
      <p:sp>
        <p:nvSpPr>
          <p:cNvPr id="13" name="字幕 2">
            <a:extLst>
              <a:ext uri="{FF2B5EF4-FFF2-40B4-BE49-F238E27FC236}">
                <a16:creationId xmlns:a16="http://schemas.microsoft.com/office/drawing/2014/main" id="{170285FF-7FD2-42AA-8794-969E1D26EE90}"/>
              </a:ext>
            </a:extLst>
          </p:cNvPr>
          <p:cNvSpPr>
            <a:spLocks noGrp="1"/>
          </p:cNvSpPr>
          <p:nvPr>
            <p:ph type="subTitle" idx="1" hasCustomPrompt="1"/>
          </p:nvPr>
        </p:nvSpPr>
        <p:spPr>
          <a:xfrm>
            <a:off x="701174" y="3573019"/>
            <a:ext cx="4529652" cy="465137"/>
          </a:xfrm>
          <a:prstGeom prst="rect">
            <a:avLst/>
          </a:prstGeom>
        </p:spPr>
        <p:txBody>
          <a:bodyPr>
            <a:normAutofit/>
          </a:bodyPr>
          <a:lstStyle>
            <a:lvl1pPr marL="0" indent="0" algn="l">
              <a:buNone/>
              <a:defRPr sz="1300" b="1">
                <a:solidFill>
                  <a:sysClr val="windowText" lastClr="000000"/>
                </a:solidFill>
                <a:latin typeface="+mn-ea"/>
                <a:ea typeface="+mn-ea"/>
              </a:defRPr>
            </a:lvl1pPr>
            <a:lvl2pPr marL="257173" indent="0" algn="ctr">
              <a:buNone/>
              <a:defRPr sz="1125"/>
            </a:lvl2pPr>
            <a:lvl3pPr marL="514346" indent="0" algn="ctr">
              <a:buNone/>
              <a:defRPr sz="1013"/>
            </a:lvl3pPr>
            <a:lvl4pPr marL="771519" indent="0" algn="ctr">
              <a:buNone/>
              <a:defRPr sz="900"/>
            </a:lvl4pPr>
            <a:lvl5pPr marL="1028691" indent="0" algn="ctr">
              <a:buNone/>
              <a:defRPr sz="900"/>
            </a:lvl5pPr>
            <a:lvl6pPr marL="1285865" indent="0" algn="ctr">
              <a:buNone/>
              <a:defRPr sz="900"/>
            </a:lvl6pPr>
            <a:lvl7pPr marL="1543037" indent="0" algn="ctr">
              <a:buNone/>
              <a:defRPr sz="900"/>
            </a:lvl7pPr>
            <a:lvl8pPr marL="1800210" indent="0" algn="ctr">
              <a:buNone/>
              <a:defRPr sz="900"/>
            </a:lvl8pPr>
            <a:lvl9pPr marL="2057382" indent="0" algn="ctr">
              <a:buNone/>
              <a:defRPr sz="900"/>
            </a:lvl9pPr>
          </a:lstStyle>
          <a:p>
            <a:r>
              <a:rPr kumimoji="1" lang="ja-JP" altLang="en-US" dirty="0"/>
              <a:t>部門名　氏名を入力</a:t>
            </a:r>
          </a:p>
        </p:txBody>
      </p:sp>
      <p:sp>
        <p:nvSpPr>
          <p:cNvPr id="5" name="正方形/長方形 4">
            <a:extLst>
              <a:ext uri="{FF2B5EF4-FFF2-40B4-BE49-F238E27FC236}">
                <a16:creationId xmlns:a16="http://schemas.microsoft.com/office/drawing/2014/main" id="{3C9934ED-B545-4D0C-A886-86D98D48FFE0}"/>
              </a:ext>
            </a:extLst>
          </p:cNvPr>
          <p:cNvSpPr/>
          <p:nvPr userDrawn="1"/>
        </p:nvSpPr>
        <p:spPr>
          <a:xfrm>
            <a:off x="3" y="2501486"/>
            <a:ext cx="272479" cy="974234"/>
          </a:xfrm>
          <a:prstGeom prst="rect">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14" name="正方形/長方形 13">
            <a:extLst>
              <a:ext uri="{FF2B5EF4-FFF2-40B4-BE49-F238E27FC236}">
                <a16:creationId xmlns:a16="http://schemas.microsoft.com/office/drawing/2014/main" id="{9B85EA1C-A992-476A-AF5C-9F36A7B93B98}"/>
              </a:ext>
            </a:extLst>
          </p:cNvPr>
          <p:cNvSpPr/>
          <p:nvPr userDrawn="1"/>
        </p:nvSpPr>
        <p:spPr>
          <a:xfrm rot="5400000">
            <a:off x="6877540" y="2488773"/>
            <a:ext cx="5517230" cy="539691"/>
          </a:xfrm>
          <a:prstGeom prst="rect">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6" name="四角形: 角を丸くする 5">
            <a:extLst>
              <a:ext uri="{FF2B5EF4-FFF2-40B4-BE49-F238E27FC236}">
                <a16:creationId xmlns:a16="http://schemas.microsoft.com/office/drawing/2014/main" id="{50F33EB5-1BE3-483B-978C-C674CC55EE89}"/>
              </a:ext>
            </a:extLst>
          </p:cNvPr>
          <p:cNvSpPr/>
          <p:nvPr userDrawn="1"/>
        </p:nvSpPr>
        <p:spPr>
          <a:xfrm>
            <a:off x="20798" y="2501490"/>
            <a:ext cx="524508" cy="974233"/>
          </a:xfrm>
          <a:prstGeom prst="roundRect">
            <a:avLst>
              <a:gd name="adj" fmla="val 20636"/>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18" name="正方形/長方形 17">
            <a:extLst>
              <a:ext uri="{FF2B5EF4-FFF2-40B4-BE49-F238E27FC236}">
                <a16:creationId xmlns:a16="http://schemas.microsoft.com/office/drawing/2014/main" id="{AF79AAF6-DD70-4E1D-B35E-F1D59E2F94F5}"/>
              </a:ext>
            </a:extLst>
          </p:cNvPr>
          <p:cNvSpPr/>
          <p:nvPr userDrawn="1"/>
        </p:nvSpPr>
        <p:spPr>
          <a:xfrm>
            <a:off x="5431403" y="-20452"/>
            <a:ext cx="4476398" cy="664235"/>
          </a:xfrm>
          <a:prstGeom prst="rect">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pic>
        <p:nvPicPr>
          <p:cNvPr id="4" name="図 3" descr="ロゴ が含まれている画像&#10;&#10;自動的に生成された説明">
            <a:extLst>
              <a:ext uri="{FF2B5EF4-FFF2-40B4-BE49-F238E27FC236}">
                <a16:creationId xmlns:a16="http://schemas.microsoft.com/office/drawing/2014/main" id="{85EDA54D-157F-4143-A80B-3267032CE46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7426" r="-1325" b="31625"/>
          <a:stretch/>
        </p:blipFill>
        <p:spPr>
          <a:xfrm>
            <a:off x="6429164" y="5673625"/>
            <a:ext cx="3568304" cy="1027986"/>
          </a:xfrm>
          <a:prstGeom prst="rect">
            <a:avLst/>
          </a:prstGeom>
        </p:spPr>
      </p:pic>
    </p:spTree>
    <p:extLst>
      <p:ext uri="{BB962C8B-B14F-4D97-AF65-F5344CB8AC3E}">
        <p14:creationId xmlns:p14="http://schemas.microsoft.com/office/powerpoint/2010/main" val="2796180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3E94C5E9-DCFD-42EB-99F6-FBFF6FD7D97C}"/>
              </a:ext>
            </a:extLst>
          </p:cNvPr>
          <p:cNvSpPr/>
          <p:nvPr userDrawn="1"/>
        </p:nvSpPr>
        <p:spPr>
          <a:xfrm>
            <a:off x="0" y="0"/>
            <a:ext cx="9906000" cy="6417332"/>
          </a:xfrm>
          <a:prstGeom prst="rect">
            <a:avLst/>
          </a:prstGeom>
          <a:solidFill>
            <a:schemeClr val="bg1"/>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dirty="0"/>
          </a:p>
        </p:txBody>
      </p:sp>
      <p:sp>
        <p:nvSpPr>
          <p:cNvPr id="5" name="コンテンツ プレースホルダー 2">
            <a:extLst>
              <a:ext uri="{FF2B5EF4-FFF2-40B4-BE49-F238E27FC236}">
                <a16:creationId xmlns:a16="http://schemas.microsoft.com/office/drawing/2014/main" id="{AC9F653D-890E-440D-A047-649A3D837265}"/>
              </a:ext>
            </a:extLst>
          </p:cNvPr>
          <p:cNvSpPr>
            <a:spLocks noGrp="1"/>
          </p:cNvSpPr>
          <p:nvPr>
            <p:ph idx="1"/>
          </p:nvPr>
        </p:nvSpPr>
        <p:spPr>
          <a:xfrm>
            <a:off x="704852" y="1388853"/>
            <a:ext cx="3809354" cy="4788110"/>
          </a:xfrm>
          <a:prstGeom prst="rect">
            <a:avLst/>
          </a:prstGeom>
        </p:spPr>
        <p:txBody>
          <a:bodyPr/>
          <a:lstStyle>
            <a:lvl1pPr marL="289343" indent="-289343">
              <a:lnSpc>
                <a:spcPct val="250000"/>
              </a:lnSpc>
              <a:buFont typeface="+mj-lt"/>
              <a:buAutoNum type="arabicPeriod"/>
              <a:defRPr/>
            </a:lvl1pPr>
          </a:lstStyle>
          <a:p>
            <a:pPr lvl="0"/>
            <a:endParaRPr kumimoji="1" lang="ja-JP" altLang="en-US" dirty="0"/>
          </a:p>
        </p:txBody>
      </p:sp>
      <p:sp>
        <p:nvSpPr>
          <p:cNvPr id="13" name="タイトル 1">
            <a:extLst>
              <a:ext uri="{FF2B5EF4-FFF2-40B4-BE49-F238E27FC236}">
                <a16:creationId xmlns:a16="http://schemas.microsoft.com/office/drawing/2014/main" id="{42F1AF78-048A-49CC-B941-A1542787435F}"/>
              </a:ext>
            </a:extLst>
          </p:cNvPr>
          <p:cNvSpPr>
            <a:spLocks noGrp="1"/>
          </p:cNvSpPr>
          <p:nvPr>
            <p:ph type="title"/>
          </p:nvPr>
        </p:nvSpPr>
        <p:spPr>
          <a:xfrm>
            <a:off x="429958" y="204460"/>
            <a:ext cx="8695048" cy="652462"/>
          </a:xfrm>
          <a:prstGeom prst="rect">
            <a:avLst/>
          </a:prstGeom>
        </p:spPr>
        <p:txBody>
          <a:bodyPr/>
          <a:lstStyle>
            <a:lvl1pPr>
              <a:defRPr>
                <a:solidFill>
                  <a:srgbClr val="FDD000"/>
                </a:solidFill>
              </a:defRPr>
            </a:lvl1pPr>
          </a:lstStyle>
          <a:p>
            <a:endParaRPr kumimoji="1" lang="ja-JP" altLang="en-US" dirty="0"/>
          </a:p>
        </p:txBody>
      </p:sp>
      <p:sp>
        <p:nvSpPr>
          <p:cNvPr id="14" name="コンテンツ プレースホルダー 2">
            <a:extLst>
              <a:ext uri="{FF2B5EF4-FFF2-40B4-BE49-F238E27FC236}">
                <a16:creationId xmlns:a16="http://schemas.microsoft.com/office/drawing/2014/main" id="{64F817AA-BE1A-463D-AF32-77A931F01EA7}"/>
              </a:ext>
            </a:extLst>
          </p:cNvPr>
          <p:cNvSpPr>
            <a:spLocks noGrp="1"/>
          </p:cNvSpPr>
          <p:nvPr>
            <p:ph idx="10" hasCustomPrompt="1"/>
          </p:nvPr>
        </p:nvSpPr>
        <p:spPr>
          <a:xfrm>
            <a:off x="5386964" y="1388853"/>
            <a:ext cx="3738042" cy="4788110"/>
          </a:xfrm>
          <a:prstGeom prst="rect">
            <a:avLst/>
          </a:prstGeom>
        </p:spPr>
        <p:txBody>
          <a:bodyPr/>
          <a:lstStyle>
            <a:lvl1pPr marL="0" indent="0">
              <a:lnSpc>
                <a:spcPct val="250000"/>
              </a:lnSpc>
              <a:buFont typeface="+mj-lt"/>
              <a:buNone/>
              <a:defRPr/>
            </a:lvl1pPr>
          </a:lstStyle>
          <a:p>
            <a:pPr lvl="0"/>
            <a:r>
              <a:rPr kumimoji="1" lang="ja-JP" altLang="en-US" dirty="0"/>
              <a:t>・・・・・</a:t>
            </a:r>
          </a:p>
        </p:txBody>
      </p:sp>
      <p:sp>
        <p:nvSpPr>
          <p:cNvPr id="7" name="スライド番号プレースホルダー 5">
            <a:extLst>
              <a:ext uri="{FF2B5EF4-FFF2-40B4-BE49-F238E27FC236}">
                <a16:creationId xmlns:a16="http://schemas.microsoft.com/office/drawing/2014/main" id="{746267D4-434B-4761-9D56-3A6441C0532C}"/>
              </a:ext>
            </a:extLst>
          </p:cNvPr>
          <p:cNvSpPr>
            <a:spLocks noGrp="1"/>
          </p:cNvSpPr>
          <p:nvPr>
            <p:ph type="sldNum" sz="quarter" idx="4"/>
          </p:nvPr>
        </p:nvSpPr>
        <p:spPr>
          <a:xfrm>
            <a:off x="7170015" y="6492879"/>
            <a:ext cx="2553891" cy="365125"/>
          </a:xfrm>
          <a:prstGeom prst="rect">
            <a:avLst/>
          </a:prstGeom>
        </p:spPr>
        <p:txBody>
          <a:bodyPr/>
          <a:lstStyle>
            <a:lvl1pPr algn="r">
              <a:defRPr>
                <a:solidFill>
                  <a:schemeClr val="tx1"/>
                </a:solidFill>
              </a:defRPr>
            </a:lvl1pPr>
          </a:lstStyle>
          <a:p>
            <a:fld id="{C314D315-6C69-40BF-98D6-60239DAB9584}" type="slidenum">
              <a:rPr lang="ja-JP" altLang="en-US" smtClean="0"/>
              <a:pPr/>
              <a:t>‹#›</a:t>
            </a:fld>
            <a:r>
              <a:rPr lang="ja-JP" altLang="en-US"/>
              <a:t>　</a:t>
            </a:r>
            <a:endParaRPr lang="ja-JP" altLang="en-US" dirty="0"/>
          </a:p>
        </p:txBody>
      </p:sp>
    </p:spTree>
    <p:extLst>
      <p:ext uri="{BB962C8B-B14F-4D97-AF65-F5344CB8AC3E}">
        <p14:creationId xmlns:p14="http://schemas.microsoft.com/office/powerpoint/2010/main" val="3332948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9CE2BC-55D2-4D78-8A0D-3E31D3BE3F42}"/>
              </a:ext>
            </a:extLst>
          </p:cNvPr>
          <p:cNvSpPr>
            <a:spLocks noGrp="1"/>
          </p:cNvSpPr>
          <p:nvPr>
            <p:ph type="title" hasCustomPrompt="1"/>
          </p:nvPr>
        </p:nvSpPr>
        <p:spPr>
          <a:xfrm>
            <a:off x="429960" y="204460"/>
            <a:ext cx="6740054" cy="652462"/>
          </a:xfrm>
          <a:prstGeom prst="rect">
            <a:avLst/>
          </a:prstGeom>
        </p:spPr>
        <p:txBody>
          <a:bodyPr/>
          <a:lstStyle/>
          <a:p>
            <a:r>
              <a:rPr kumimoji="1" lang="ja-JP" altLang="en-US" dirty="0"/>
              <a:t>タイトルを入力</a:t>
            </a:r>
          </a:p>
        </p:txBody>
      </p:sp>
      <p:sp>
        <p:nvSpPr>
          <p:cNvPr id="4" name="スライド番号プレースホルダー 5">
            <a:extLst>
              <a:ext uri="{FF2B5EF4-FFF2-40B4-BE49-F238E27FC236}">
                <a16:creationId xmlns:a16="http://schemas.microsoft.com/office/drawing/2014/main" id="{6FA9EF85-8947-4DE7-86FC-5361B2510433}"/>
              </a:ext>
            </a:extLst>
          </p:cNvPr>
          <p:cNvSpPr>
            <a:spLocks noGrp="1"/>
          </p:cNvSpPr>
          <p:nvPr>
            <p:ph type="sldNum" sz="quarter" idx="4"/>
          </p:nvPr>
        </p:nvSpPr>
        <p:spPr>
          <a:xfrm>
            <a:off x="7170015" y="6492879"/>
            <a:ext cx="2553891" cy="365125"/>
          </a:xfrm>
          <a:prstGeom prst="rect">
            <a:avLst/>
          </a:prstGeom>
        </p:spPr>
        <p:txBody>
          <a:bodyPr/>
          <a:lstStyle>
            <a:lvl1pPr algn="r">
              <a:defRPr>
                <a:solidFill>
                  <a:schemeClr val="tx1"/>
                </a:solidFill>
              </a:defRPr>
            </a:lvl1pPr>
          </a:lstStyle>
          <a:p>
            <a:fld id="{C314D315-6C69-40BF-98D6-60239DAB9584}" type="slidenum">
              <a:rPr lang="ja-JP" altLang="en-US" smtClean="0"/>
              <a:pPr/>
              <a:t>‹#›</a:t>
            </a:fld>
            <a:r>
              <a:rPr lang="ja-JP" altLang="en-US"/>
              <a:t>　</a:t>
            </a:r>
            <a:endParaRPr lang="ja-JP" altLang="en-US" dirty="0"/>
          </a:p>
        </p:txBody>
      </p:sp>
    </p:spTree>
    <p:extLst>
      <p:ext uri="{BB962C8B-B14F-4D97-AF65-F5344CB8AC3E}">
        <p14:creationId xmlns:p14="http://schemas.microsoft.com/office/powerpoint/2010/main" val="438743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9A4F02A-6367-4390-84AF-3A8D69A56FF6}"/>
              </a:ext>
            </a:extLst>
          </p:cNvPr>
          <p:cNvSpPr>
            <a:spLocks noGrp="1"/>
          </p:cNvSpPr>
          <p:nvPr>
            <p:ph idx="1"/>
          </p:nvPr>
        </p:nvSpPr>
        <p:spPr>
          <a:xfrm>
            <a:off x="704850" y="1282427"/>
            <a:ext cx="8496300" cy="4894536"/>
          </a:xfrm>
          <a:prstGeom prst="rect">
            <a:avLst/>
          </a:prstGeom>
        </p:spPr>
        <p:txBody>
          <a:bodyPr>
            <a:normAutofit/>
          </a:bodyPr>
          <a:lstStyle>
            <a:lvl1pPr marL="0" indent="0">
              <a:lnSpc>
                <a:spcPct val="140000"/>
              </a:lnSpc>
              <a:buFontTx/>
              <a:buNone/>
              <a:defRPr sz="1600"/>
            </a:lvl1pPr>
          </a:lstStyle>
          <a:p>
            <a:pPr lvl="0"/>
            <a:endParaRPr kumimoji="1" lang="ja-JP" altLang="en-US" dirty="0"/>
          </a:p>
        </p:txBody>
      </p:sp>
      <p:sp>
        <p:nvSpPr>
          <p:cNvPr id="7" name="スライド番号プレースホルダー 5">
            <a:extLst>
              <a:ext uri="{FF2B5EF4-FFF2-40B4-BE49-F238E27FC236}">
                <a16:creationId xmlns:a16="http://schemas.microsoft.com/office/drawing/2014/main" id="{6B17C7B5-3BC1-4AF2-BEC9-D1A51964A799}"/>
              </a:ext>
            </a:extLst>
          </p:cNvPr>
          <p:cNvSpPr>
            <a:spLocks noGrp="1"/>
          </p:cNvSpPr>
          <p:nvPr>
            <p:ph type="sldNum" sz="quarter" idx="4"/>
          </p:nvPr>
        </p:nvSpPr>
        <p:spPr>
          <a:xfrm>
            <a:off x="7170015" y="6492879"/>
            <a:ext cx="2553891" cy="365125"/>
          </a:xfrm>
          <a:prstGeom prst="rect">
            <a:avLst/>
          </a:prstGeom>
        </p:spPr>
        <p:txBody>
          <a:bodyPr/>
          <a:lstStyle>
            <a:lvl1pPr algn="r">
              <a:defRPr>
                <a:solidFill>
                  <a:schemeClr val="tx1"/>
                </a:solidFill>
              </a:defRPr>
            </a:lvl1pPr>
          </a:lstStyle>
          <a:p>
            <a:fld id="{C314D315-6C69-40BF-98D6-60239DAB9584}" type="slidenum">
              <a:rPr lang="ja-JP" altLang="en-US" smtClean="0"/>
              <a:pPr/>
              <a:t>‹#›</a:t>
            </a:fld>
            <a:r>
              <a:rPr lang="ja-JP" altLang="en-US"/>
              <a:t>　</a:t>
            </a:r>
            <a:endParaRPr lang="ja-JP" altLang="en-US" dirty="0"/>
          </a:p>
        </p:txBody>
      </p:sp>
      <p:sp>
        <p:nvSpPr>
          <p:cNvPr id="6" name="タイトル 1">
            <a:extLst>
              <a:ext uri="{FF2B5EF4-FFF2-40B4-BE49-F238E27FC236}">
                <a16:creationId xmlns:a16="http://schemas.microsoft.com/office/drawing/2014/main" id="{FBEA89D0-6CD5-45AF-95C2-21124EFE613B}"/>
              </a:ext>
            </a:extLst>
          </p:cNvPr>
          <p:cNvSpPr>
            <a:spLocks noGrp="1"/>
          </p:cNvSpPr>
          <p:nvPr>
            <p:ph type="title" hasCustomPrompt="1"/>
          </p:nvPr>
        </p:nvSpPr>
        <p:spPr>
          <a:xfrm>
            <a:off x="429960" y="204460"/>
            <a:ext cx="6740054" cy="652462"/>
          </a:xfrm>
          <a:prstGeom prst="rect">
            <a:avLst/>
          </a:prstGeom>
        </p:spPr>
        <p:txBody>
          <a:bodyPr/>
          <a:lstStyle/>
          <a:p>
            <a:r>
              <a:rPr kumimoji="1" lang="ja-JP" altLang="en-US" dirty="0"/>
              <a:t>タイトルを入力</a:t>
            </a:r>
          </a:p>
        </p:txBody>
      </p:sp>
    </p:spTree>
    <p:extLst>
      <p:ext uri="{BB962C8B-B14F-4D97-AF65-F5344CB8AC3E}">
        <p14:creationId xmlns:p14="http://schemas.microsoft.com/office/powerpoint/2010/main" val="1483238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補足説明">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F426957-CAD6-40F7-8D0C-0F353F53A097}"/>
              </a:ext>
            </a:extLst>
          </p:cNvPr>
          <p:cNvSpPr/>
          <p:nvPr userDrawn="1"/>
        </p:nvSpPr>
        <p:spPr>
          <a:xfrm>
            <a:off x="0" y="0"/>
            <a:ext cx="9906000" cy="6858000"/>
          </a:xfrm>
          <a:prstGeom prst="rect">
            <a:avLst/>
          </a:prstGeom>
          <a:solidFill>
            <a:schemeClr val="bg1"/>
          </a:solidFill>
          <a:ln w="142875">
            <a:solidFill>
              <a:srgbClr val="FDD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dirty="0"/>
          </a:p>
        </p:txBody>
      </p:sp>
      <p:sp>
        <p:nvSpPr>
          <p:cNvPr id="8" name="スライド番号プレースホルダー 5">
            <a:extLst>
              <a:ext uri="{FF2B5EF4-FFF2-40B4-BE49-F238E27FC236}">
                <a16:creationId xmlns:a16="http://schemas.microsoft.com/office/drawing/2014/main" id="{CCCF494A-20E4-4142-A41D-365E71A5453D}"/>
              </a:ext>
            </a:extLst>
          </p:cNvPr>
          <p:cNvSpPr>
            <a:spLocks noGrp="1"/>
          </p:cNvSpPr>
          <p:nvPr>
            <p:ph type="sldNum" sz="quarter" idx="12"/>
          </p:nvPr>
        </p:nvSpPr>
        <p:spPr>
          <a:xfrm>
            <a:off x="6861214" y="6328844"/>
            <a:ext cx="2916896" cy="365125"/>
          </a:xfrm>
          <a:prstGeom prst="rect">
            <a:avLst/>
          </a:prstGeom>
        </p:spPr>
        <p:txBody>
          <a:bodyPr/>
          <a:lstStyle>
            <a:lvl1pPr algn="r">
              <a:defRPr>
                <a:solidFill>
                  <a:schemeClr val="tx1"/>
                </a:solidFill>
              </a:defRPr>
            </a:lvl1pPr>
          </a:lstStyle>
          <a:p>
            <a:fld id="{C314D315-6C69-40BF-98D6-60239DAB9584}" type="slidenum">
              <a:rPr lang="ja-JP" altLang="en-US" smtClean="0"/>
              <a:pPr/>
              <a:t>‹#›</a:t>
            </a:fld>
            <a:endParaRPr lang="ja-JP" altLang="en-US" dirty="0"/>
          </a:p>
        </p:txBody>
      </p:sp>
      <p:sp>
        <p:nvSpPr>
          <p:cNvPr id="4" name="コンテンツ プレースホルダー 3">
            <a:extLst>
              <a:ext uri="{FF2B5EF4-FFF2-40B4-BE49-F238E27FC236}">
                <a16:creationId xmlns:a16="http://schemas.microsoft.com/office/drawing/2014/main" id="{8AD12973-9A52-4C36-8692-D3D5A083453A}"/>
              </a:ext>
            </a:extLst>
          </p:cNvPr>
          <p:cNvSpPr>
            <a:spLocks noGrp="1"/>
          </p:cNvSpPr>
          <p:nvPr>
            <p:ph sz="quarter" idx="13"/>
          </p:nvPr>
        </p:nvSpPr>
        <p:spPr>
          <a:xfrm>
            <a:off x="2823084" y="654843"/>
            <a:ext cx="4259832" cy="579438"/>
          </a:xfrm>
        </p:spPr>
        <p:txBody>
          <a:bodyPr anchor="ctr">
            <a:normAutofit/>
          </a:bodyPr>
          <a:lstStyle>
            <a:lvl1pPr marL="0" indent="0" algn="ctr">
              <a:buNone/>
              <a:defRPr sz="2400"/>
            </a:lvl1pPr>
          </a:lstStyle>
          <a:p>
            <a:pPr lvl="0"/>
            <a:r>
              <a:rPr kumimoji="1" lang="ja-JP" altLang="en-US" dirty="0"/>
              <a:t>マスター テキストの書式設定</a:t>
            </a:r>
          </a:p>
        </p:txBody>
      </p:sp>
    </p:spTree>
    <p:extLst>
      <p:ext uri="{BB962C8B-B14F-4D97-AF65-F5344CB8AC3E}">
        <p14:creationId xmlns:p14="http://schemas.microsoft.com/office/powerpoint/2010/main" val="4293387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F426957-CAD6-40F7-8D0C-0F353F53A097}"/>
              </a:ext>
            </a:extLst>
          </p:cNvPr>
          <p:cNvSpPr/>
          <p:nvPr userDrawn="1"/>
        </p:nvSpPr>
        <p:spPr>
          <a:xfrm>
            <a:off x="0" y="0"/>
            <a:ext cx="9906000" cy="6858000"/>
          </a:xfrm>
          <a:prstGeom prst="rect">
            <a:avLst/>
          </a:prstGeom>
          <a:solidFill>
            <a:schemeClr val="bg1">
              <a:lumMod val="85000"/>
            </a:schemeClr>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dirty="0"/>
          </a:p>
        </p:txBody>
      </p:sp>
      <p:sp>
        <p:nvSpPr>
          <p:cNvPr id="4" name="コンテンツ プレースホルダー 3">
            <a:extLst>
              <a:ext uri="{FF2B5EF4-FFF2-40B4-BE49-F238E27FC236}">
                <a16:creationId xmlns:a16="http://schemas.microsoft.com/office/drawing/2014/main" id="{8AD12973-9A52-4C36-8692-D3D5A083453A}"/>
              </a:ext>
            </a:extLst>
          </p:cNvPr>
          <p:cNvSpPr>
            <a:spLocks noGrp="1"/>
          </p:cNvSpPr>
          <p:nvPr>
            <p:ph sz="quarter" idx="13"/>
          </p:nvPr>
        </p:nvSpPr>
        <p:spPr>
          <a:xfrm>
            <a:off x="2823086" y="3139281"/>
            <a:ext cx="4259832" cy="579438"/>
          </a:xfrm>
        </p:spPr>
        <p:txBody>
          <a:bodyPr anchor="ctr">
            <a:normAutofit/>
          </a:bodyPr>
          <a:lstStyle>
            <a:lvl1pPr marL="0" indent="0" algn="ctr">
              <a:buNone/>
              <a:defRPr sz="1600" b="1"/>
            </a:lvl1pPr>
          </a:lstStyle>
          <a:p>
            <a:pPr lvl="0"/>
            <a:r>
              <a:rPr kumimoji="1" lang="ja-JP" altLang="en-US" dirty="0"/>
              <a:t>マスター テキストの書式設定</a:t>
            </a:r>
          </a:p>
        </p:txBody>
      </p:sp>
      <p:sp>
        <p:nvSpPr>
          <p:cNvPr id="5" name="スライド番号プレースホルダー 5">
            <a:extLst>
              <a:ext uri="{FF2B5EF4-FFF2-40B4-BE49-F238E27FC236}">
                <a16:creationId xmlns:a16="http://schemas.microsoft.com/office/drawing/2014/main" id="{914C0286-D791-4547-B807-6782BDDD0A0C}"/>
              </a:ext>
            </a:extLst>
          </p:cNvPr>
          <p:cNvSpPr>
            <a:spLocks noGrp="1"/>
          </p:cNvSpPr>
          <p:nvPr>
            <p:ph type="sldNum" sz="quarter" idx="4"/>
          </p:nvPr>
        </p:nvSpPr>
        <p:spPr>
          <a:xfrm>
            <a:off x="7170015" y="6492879"/>
            <a:ext cx="2553891" cy="365125"/>
          </a:xfrm>
          <a:prstGeom prst="rect">
            <a:avLst/>
          </a:prstGeom>
        </p:spPr>
        <p:txBody>
          <a:bodyPr/>
          <a:lstStyle>
            <a:lvl1pPr algn="r">
              <a:defRPr>
                <a:solidFill>
                  <a:schemeClr val="tx1"/>
                </a:solidFill>
              </a:defRPr>
            </a:lvl1pPr>
          </a:lstStyle>
          <a:p>
            <a:fld id="{C314D315-6C69-40BF-98D6-60239DAB9584}" type="slidenum">
              <a:rPr lang="ja-JP" altLang="en-US" smtClean="0"/>
              <a:pPr/>
              <a:t>‹#›</a:t>
            </a:fld>
            <a:r>
              <a:rPr lang="ja-JP" altLang="en-US"/>
              <a:t>　</a:t>
            </a:r>
            <a:endParaRPr lang="ja-JP" altLang="en-US" dirty="0"/>
          </a:p>
        </p:txBody>
      </p:sp>
    </p:spTree>
    <p:extLst>
      <p:ext uri="{BB962C8B-B14F-4D97-AF65-F5344CB8AC3E}">
        <p14:creationId xmlns:p14="http://schemas.microsoft.com/office/powerpoint/2010/main" val="179365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ブランク_グレー">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F426957-CAD6-40F7-8D0C-0F353F53A097}"/>
              </a:ext>
            </a:extLst>
          </p:cNvPr>
          <p:cNvSpPr/>
          <p:nvPr userDrawn="1"/>
        </p:nvSpPr>
        <p:spPr>
          <a:xfrm>
            <a:off x="0" y="0"/>
            <a:ext cx="9906000" cy="6858000"/>
          </a:xfrm>
          <a:prstGeom prst="rect">
            <a:avLst/>
          </a:prstGeom>
          <a:solidFill>
            <a:schemeClr val="bg1">
              <a:lumMod val="85000"/>
            </a:schemeClr>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dirty="0"/>
          </a:p>
        </p:txBody>
      </p:sp>
      <p:sp>
        <p:nvSpPr>
          <p:cNvPr id="4" name="スライド番号プレースホルダー 5">
            <a:extLst>
              <a:ext uri="{FF2B5EF4-FFF2-40B4-BE49-F238E27FC236}">
                <a16:creationId xmlns:a16="http://schemas.microsoft.com/office/drawing/2014/main" id="{D6248B3F-BCFD-437A-9710-914B85C4E5F1}"/>
              </a:ext>
            </a:extLst>
          </p:cNvPr>
          <p:cNvSpPr>
            <a:spLocks noGrp="1"/>
          </p:cNvSpPr>
          <p:nvPr>
            <p:ph type="sldNum" sz="quarter" idx="4"/>
          </p:nvPr>
        </p:nvSpPr>
        <p:spPr>
          <a:xfrm>
            <a:off x="7170015" y="6492879"/>
            <a:ext cx="2553891" cy="365125"/>
          </a:xfrm>
          <a:prstGeom prst="rect">
            <a:avLst/>
          </a:prstGeom>
        </p:spPr>
        <p:txBody>
          <a:bodyPr/>
          <a:lstStyle>
            <a:lvl1pPr algn="r">
              <a:defRPr>
                <a:solidFill>
                  <a:schemeClr val="tx1"/>
                </a:solidFill>
              </a:defRPr>
            </a:lvl1pPr>
          </a:lstStyle>
          <a:p>
            <a:fld id="{C314D315-6C69-40BF-98D6-60239DAB9584}" type="slidenum">
              <a:rPr lang="ja-JP" altLang="en-US" smtClean="0"/>
              <a:pPr/>
              <a:t>‹#›</a:t>
            </a:fld>
            <a:r>
              <a:rPr lang="ja-JP" altLang="en-US"/>
              <a:t>　</a:t>
            </a:r>
            <a:endParaRPr lang="ja-JP" altLang="en-US" dirty="0"/>
          </a:p>
        </p:txBody>
      </p:sp>
    </p:spTree>
    <p:extLst>
      <p:ext uri="{BB962C8B-B14F-4D97-AF65-F5344CB8AC3E}">
        <p14:creationId xmlns:p14="http://schemas.microsoft.com/office/powerpoint/2010/main" val="3450205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ブランク_ホワイト">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5F426957-CAD6-40F7-8D0C-0F353F53A097}"/>
              </a:ext>
            </a:extLst>
          </p:cNvPr>
          <p:cNvSpPr/>
          <p:nvPr userDrawn="1"/>
        </p:nvSpPr>
        <p:spPr>
          <a:xfrm>
            <a:off x="0" y="0"/>
            <a:ext cx="9906000" cy="6858000"/>
          </a:xfrm>
          <a:prstGeom prst="rect">
            <a:avLst/>
          </a:prstGeom>
          <a:solidFill>
            <a:schemeClr val="bg1"/>
          </a:solidFill>
          <a:ln w="142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dirty="0"/>
          </a:p>
        </p:txBody>
      </p:sp>
      <p:sp>
        <p:nvSpPr>
          <p:cNvPr id="4" name="スライド番号プレースホルダー 5">
            <a:extLst>
              <a:ext uri="{FF2B5EF4-FFF2-40B4-BE49-F238E27FC236}">
                <a16:creationId xmlns:a16="http://schemas.microsoft.com/office/drawing/2014/main" id="{D39A7A48-49E7-4231-8B86-4B160CBE7F6B}"/>
              </a:ext>
            </a:extLst>
          </p:cNvPr>
          <p:cNvSpPr>
            <a:spLocks noGrp="1"/>
          </p:cNvSpPr>
          <p:nvPr>
            <p:ph type="sldNum" sz="quarter" idx="4"/>
          </p:nvPr>
        </p:nvSpPr>
        <p:spPr>
          <a:xfrm>
            <a:off x="7170015" y="6492879"/>
            <a:ext cx="2553891" cy="365125"/>
          </a:xfrm>
          <a:prstGeom prst="rect">
            <a:avLst/>
          </a:prstGeom>
        </p:spPr>
        <p:txBody>
          <a:bodyPr/>
          <a:lstStyle>
            <a:lvl1pPr algn="r">
              <a:defRPr>
                <a:solidFill>
                  <a:schemeClr val="tx1"/>
                </a:solidFill>
              </a:defRPr>
            </a:lvl1pPr>
          </a:lstStyle>
          <a:p>
            <a:fld id="{C314D315-6C69-40BF-98D6-60239DAB9584}" type="slidenum">
              <a:rPr lang="ja-JP" altLang="en-US" smtClean="0"/>
              <a:pPr/>
              <a:t>‹#›</a:t>
            </a:fld>
            <a:r>
              <a:rPr lang="ja-JP" altLang="en-US"/>
              <a:t>　</a:t>
            </a:r>
            <a:endParaRPr lang="ja-JP" altLang="en-US" dirty="0"/>
          </a:p>
        </p:txBody>
      </p:sp>
    </p:spTree>
    <p:extLst>
      <p:ext uri="{BB962C8B-B14F-4D97-AF65-F5344CB8AC3E}">
        <p14:creationId xmlns:p14="http://schemas.microsoft.com/office/powerpoint/2010/main" val="59298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4187AA5-C395-4659-8C44-87EB5E588690}"/>
              </a:ext>
            </a:extLst>
          </p:cNvPr>
          <p:cNvSpPr/>
          <p:nvPr userDrawn="1"/>
        </p:nvSpPr>
        <p:spPr>
          <a:xfrm>
            <a:off x="0" y="-9498"/>
            <a:ext cx="9906000" cy="9608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dirty="0">
              <a:latin typeface="+mn-ea"/>
              <a:ea typeface="+mn-ea"/>
            </a:endParaRPr>
          </a:p>
        </p:txBody>
      </p:sp>
      <p:sp>
        <p:nvSpPr>
          <p:cNvPr id="25" name="タイトル プレースホルダー 1">
            <a:extLst>
              <a:ext uri="{FF2B5EF4-FFF2-40B4-BE49-F238E27FC236}">
                <a16:creationId xmlns:a16="http://schemas.microsoft.com/office/drawing/2014/main" id="{24D5C288-8713-40F9-A67B-BF01D8805EF2}"/>
              </a:ext>
            </a:extLst>
          </p:cNvPr>
          <p:cNvSpPr>
            <a:spLocks noGrp="1"/>
          </p:cNvSpPr>
          <p:nvPr>
            <p:ph type="title"/>
          </p:nvPr>
        </p:nvSpPr>
        <p:spPr>
          <a:xfrm>
            <a:off x="418747" y="213066"/>
            <a:ext cx="6658490" cy="652462"/>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26" name="テキスト プレースホルダー 2">
            <a:extLst>
              <a:ext uri="{FF2B5EF4-FFF2-40B4-BE49-F238E27FC236}">
                <a16:creationId xmlns:a16="http://schemas.microsoft.com/office/drawing/2014/main" id="{D0B8BA59-FD7E-46DD-95CD-F46291349DB4}"/>
              </a:ext>
            </a:extLst>
          </p:cNvPr>
          <p:cNvSpPr>
            <a:spLocks noGrp="1"/>
          </p:cNvSpPr>
          <p:nvPr>
            <p:ph type="body" idx="1"/>
          </p:nvPr>
        </p:nvSpPr>
        <p:spPr>
          <a:xfrm>
            <a:off x="704850" y="1279969"/>
            <a:ext cx="8496300" cy="4896994"/>
          </a:xfrm>
          <a:prstGeom prst="rect">
            <a:avLst/>
          </a:prstGeom>
        </p:spPr>
        <p:txBody>
          <a:bodyPr vert="horz" lIns="91440" tIns="45720" rIns="91440" bIns="45720" rtlCol="0">
            <a:normAutofit/>
          </a:bodyPr>
          <a:lstStyle/>
          <a:p>
            <a:pPr lvl="0"/>
            <a:endParaRPr kumimoji="1" lang="ja-JP" altLang="en-US" dirty="0"/>
          </a:p>
        </p:txBody>
      </p:sp>
      <p:sp>
        <p:nvSpPr>
          <p:cNvPr id="2" name="四角形: 角を丸くする 1">
            <a:extLst>
              <a:ext uri="{FF2B5EF4-FFF2-40B4-BE49-F238E27FC236}">
                <a16:creationId xmlns:a16="http://schemas.microsoft.com/office/drawing/2014/main" id="{0C6BB8C9-93CC-42A3-8FD0-A3185921B279}"/>
              </a:ext>
            </a:extLst>
          </p:cNvPr>
          <p:cNvSpPr/>
          <p:nvPr userDrawn="1"/>
        </p:nvSpPr>
        <p:spPr>
          <a:xfrm>
            <a:off x="2" y="140530"/>
            <a:ext cx="325040" cy="652462"/>
          </a:xfrm>
          <a:prstGeom prst="roundRect">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3" name="正方形/長方形 2">
            <a:extLst>
              <a:ext uri="{FF2B5EF4-FFF2-40B4-BE49-F238E27FC236}">
                <a16:creationId xmlns:a16="http://schemas.microsoft.com/office/drawing/2014/main" id="{F076A04D-CB44-4C4C-8A2C-143EBD27F2DF}"/>
              </a:ext>
            </a:extLst>
          </p:cNvPr>
          <p:cNvSpPr/>
          <p:nvPr userDrawn="1"/>
        </p:nvSpPr>
        <p:spPr>
          <a:xfrm>
            <a:off x="-1453" y="140530"/>
            <a:ext cx="163976" cy="652462"/>
          </a:xfrm>
          <a:prstGeom prst="rect">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13"/>
          </a:p>
        </p:txBody>
      </p:sp>
      <p:sp>
        <p:nvSpPr>
          <p:cNvPr id="9" name="スライド番号プレースホルダー 5">
            <a:extLst>
              <a:ext uri="{FF2B5EF4-FFF2-40B4-BE49-F238E27FC236}">
                <a16:creationId xmlns:a16="http://schemas.microsoft.com/office/drawing/2014/main" id="{2906DFC4-3D4A-487B-98AC-A3D486423AC6}"/>
              </a:ext>
            </a:extLst>
          </p:cNvPr>
          <p:cNvSpPr>
            <a:spLocks noGrp="1"/>
          </p:cNvSpPr>
          <p:nvPr>
            <p:ph type="sldNum" sz="quarter" idx="4"/>
          </p:nvPr>
        </p:nvSpPr>
        <p:spPr>
          <a:xfrm>
            <a:off x="7170015" y="6492879"/>
            <a:ext cx="2553891" cy="365125"/>
          </a:xfrm>
          <a:prstGeom prst="rect">
            <a:avLst/>
          </a:prstGeom>
        </p:spPr>
        <p:txBody>
          <a:bodyPr/>
          <a:lstStyle>
            <a:lvl1pPr algn="r">
              <a:defRPr>
                <a:solidFill>
                  <a:schemeClr val="tx1"/>
                </a:solidFill>
              </a:defRPr>
            </a:lvl1pPr>
          </a:lstStyle>
          <a:p>
            <a:fld id="{C314D315-6C69-40BF-98D6-60239DAB9584}" type="slidenum">
              <a:rPr lang="ja-JP" altLang="en-US" smtClean="0"/>
              <a:pPr/>
              <a:t>‹#›</a:t>
            </a:fld>
            <a:r>
              <a:rPr lang="ja-JP" altLang="en-US"/>
              <a:t>　</a:t>
            </a:r>
            <a:endParaRPr lang="ja-JP" altLang="en-US" dirty="0"/>
          </a:p>
        </p:txBody>
      </p:sp>
      <p:pic>
        <p:nvPicPr>
          <p:cNvPr id="11" name="グラフィックス 10">
            <a:extLst>
              <a:ext uri="{FF2B5EF4-FFF2-40B4-BE49-F238E27FC236}">
                <a16:creationId xmlns:a16="http://schemas.microsoft.com/office/drawing/2014/main" id="{B2B8CBE2-832A-470A-8CBD-BD444E1203B6}"/>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312959" y="319127"/>
            <a:ext cx="2268000" cy="361911"/>
          </a:xfrm>
          <a:prstGeom prst="rect">
            <a:avLst/>
          </a:prstGeom>
        </p:spPr>
      </p:pic>
    </p:spTree>
    <p:extLst>
      <p:ext uri="{BB962C8B-B14F-4D97-AF65-F5344CB8AC3E}">
        <p14:creationId xmlns:p14="http://schemas.microsoft.com/office/powerpoint/2010/main" val="3406124352"/>
      </p:ext>
    </p:extLst>
  </p:cSld>
  <p:clrMap bg1="lt1" tx1="dk1" bg2="lt2" tx2="dk2" accent1="accent1" accent2="accent2" accent3="accent3" accent4="accent4" accent5="accent5" accent6="accent6" hlink="hlink" folHlink="folHlink"/>
  <p:sldLayoutIdLst>
    <p:sldLayoutId id="2147483661" r:id="rId1"/>
    <p:sldLayoutId id="2147483674" r:id="rId2"/>
    <p:sldLayoutId id="2147483666" r:id="rId3"/>
    <p:sldLayoutId id="2147483662" r:id="rId4"/>
    <p:sldLayoutId id="2147483672" r:id="rId5"/>
    <p:sldLayoutId id="2147483673" r:id="rId6"/>
    <p:sldLayoutId id="2147483675" r:id="rId7"/>
    <p:sldLayoutId id="2147483676" r:id="rId8"/>
  </p:sldLayoutIdLst>
  <p:hf hdr="0" ftr="0" dt="0"/>
  <p:txStyles>
    <p:titleStyle>
      <a:lvl1pPr algn="l" defTabSz="514346" rtl="0" eaLnBrk="1" latinLnBrk="0" hangingPunct="1">
        <a:lnSpc>
          <a:spcPct val="90000"/>
        </a:lnSpc>
        <a:spcBef>
          <a:spcPct val="0"/>
        </a:spcBef>
        <a:buNone/>
        <a:defRPr kumimoji="1" sz="2400" b="1" kern="1200">
          <a:solidFill>
            <a:schemeClr val="tx1"/>
          </a:solidFill>
          <a:latin typeface="+mn-ea"/>
          <a:ea typeface="+mn-ea"/>
          <a:cs typeface="+mj-cs"/>
        </a:defRPr>
      </a:lvl1pPr>
    </p:titleStyle>
    <p:bodyStyle>
      <a:lvl1pPr marL="0" indent="0" algn="l" defTabSz="514346" rtl="0" eaLnBrk="1" latinLnBrk="0" hangingPunct="1">
        <a:lnSpc>
          <a:spcPct val="140000"/>
        </a:lnSpc>
        <a:spcBef>
          <a:spcPts val="563"/>
        </a:spcBef>
        <a:buFontTx/>
        <a:buNone/>
        <a:defRPr kumimoji="1" sz="1600" kern="1200">
          <a:solidFill>
            <a:schemeClr val="tx1"/>
          </a:solidFill>
          <a:latin typeface="+mn-ea"/>
          <a:ea typeface="+mn-ea"/>
          <a:cs typeface="+mn-cs"/>
        </a:defRPr>
      </a:lvl1pPr>
      <a:lvl2pPr marL="385760"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2pPr>
      <a:lvl3pPr marL="642932"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3pPr>
      <a:lvl4pPr marL="900105"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4pPr>
      <a:lvl5pPr marL="1157279"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5pPr>
      <a:lvl6pPr marL="1414451"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625"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797"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69"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p:bodyStyle>
    <p:otherStyle>
      <a:defPPr>
        <a:defRPr lang="ja-JP"/>
      </a:defPPr>
      <a:lvl1pPr marL="0" algn="l" defTabSz="514346" rtl="0" eaLnBrk="1" latinLnBrk="0" hangingPunct="1">
        <a:defRPr kumimoji="1" sz="1013" kern="1200">
          <a:solidFill>
            <a:schemeClr val="tx1"/>
          </a:solidFill>
          <a:latin typeface="+mn-lt"/>
          <a:ea typeface="+mn-ea"/>
          <a:cs typeface="+mn-cs"/>
        </a:defRPr>
      </a:lvl1pPr>
      <a:lvl2pPr marL="257173" algn="l" defTabSz="514346" rtl="0" eaLnBrk="1" latinLnBrk="0" hangingPunct="1">
        <a:defRPr kumimoji="1" sz="1013" kern="1200">
          <a:solidFill>
            <a:schemeClr val="tx1"/>
          </a:solidFill>
          <a:latin typeface="+mn-lt"/>
          <a:ea typeface="+mn-ea"/>
          <a:cs typeface="+mn-cs"/>
        </a:defRPr>
      </a:lvl2pPr>
      <a:lvl3pPr marL="514346" algn="l" defTabSz="514346" rtl="0" eaLnBrk="1" latinLnBrk="0" hangingPunct="1">
        <a:defRPr kumimoji="1" sz="1013" kern="1200">
          <a:solidFill>
            <a:schemeClr val="tx1"/>
          </a:solidFill>
          <a:latin typeface="+mn-lt"/>
          <a:ea typeface="+mn-ea"/>
          <a:cs typeface="+mn-cs"/>
        </a:defRPr>
      </a:lvl3pPr>
      <a:lvl4pPr marL="771519" algn="l" defTabSz="514346" rtl="0" eaLnBrk="1" latinLnBrk="0" hangingPunct="1">
        <a:defRPr kumimoji="1" sz="1013" kern="1200">
          <a:solidFill>
            <a:schemeClr val="tx1"/>
          </a:solidFill>
          <a:latin typeface="+mn-lt"/>
          <a:ea typeface="+mn-ea"/>
          <a:cs typeface="+mn-cs"/>
        </a:defRPr>
      </a:lvl4pPr>
      <a:lvl5pPr marL="1028691" algn="l" defTabSz="514346" rtl="0" eaLnBrk="1" latinLnBrk="0" hangingPunct="1">
        <a:defRPr kumimoji="1" sz="1013" kern="1200">
          <a:solidFill>
            <a:schemeClr val="tx1"/>
          </a:solidFill>
          <a:latin typeface="+mn-lt"/>
          <a:ea typeface="+mn-ea"/>
          <a:cs typeface="+mn-cs"/>
        </a:defRPr>
      </a:lvl5pPr>
      <a:lvl6pPr marL="1285865" algn="l" defTabSz="514346" rtl="0" eaLnBrk="1" latinLnBrk="0" hangingPunct="1">
        <a:defRPr kumimoji="1" sz="1013" kern="1200">
          <a:solidFill>
            <a:schemeClr val="tx1"/>
          </a:solidFill>
          <a:latin typeface="+mn-lt"/>
          <a:ea typeface="+mn-ea"/>
          <a:cs typeface="+mn-cs"/>
        </a:defRPr>
      </a:lvl6pPr>
      <a:lvl7pPr marL="1543037" algn="l" defTabSz="514346" rtl="0" eaLnBrk="1" latinLnBrk="0" hangingPunct="1">
        <a:defRPr kumimoji="1" sz="1013" kern="1200">
          <a:solidFill>
            <a:schemeClr val="tx1"/>
          </a:solidFill>
          <a:latin typeface="+mn-lt"/>
          <a:ea typeface="+mn-ea"/>
          <a:cs typeface="+mn-cs"/>
        </a:defRPr>
      </a:lvl7pPr>
      <a:lvl8pPr marL="1800210" algn="l" defTabSz="514346" rtl="0" eaLnBrk="1" latinLnBrk="0" hangingPunct="1">
        <a:defRPr kumimoji="1" sz="1013" kern="1200">
          <a:solidFill>
            <a:schemeClr val="tx1"/>
          </a:solidFill>
          <a:latin typeface="+mn-lt"/>
          <a:ea typeface="+mn-ea"/>
          <a:cs typeface="+mn-cs"/>
        </a:defRPr>
      </a:lvl8pPr>
      <a:lvl9pPr marL="2057382" algn="l" defTabSz="514346" rtl="0" eaLnBrk="1" latinLnBrk="0" hangingPunct="1">
        <a:defRPr kumimoji="1"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kentem.cybozu.com/g/cabinet/index.csp?hid=16&amp;sf=1"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9C3082-39F7-46F1-8323-746A7C98B4B6}"/>
              </a:ext>
            </a:extLst>
          </p:cNvPr>
          <p:cNvSpPr>
            <a:spLocks noGrp="1"/>
          </p:cNvSpPr>
          <p:nvPr>
            <p:ph type="ctrTitle"/>
          </p:nvPr>
        </p:nvSpPr>
        <p:spPr/>
        <p:txBody>
          <a:bodyPr>
            <a:normAutofit fontScale="90000"/>
          </a:bodyPr>
          <a:lstStyle/>
          <a:p>
            <a:pPr>
              <a:lnSpc>
                <a:spcPct val="120000"/>
              </a:lnSpc>
            </a:pPr>
            <a:r>
              <a:rPr kumimoji="1" lang="ja-JP" altLang="en-US" sz="2600" dirty="0"/>
              <a:t>パワーポイントの</a:t>
            </a:r>
            <a:br>
              <a:rPr kumimoji="1" lang="en-US" altLang="ja-JP" sz="2600" dirty="0"/>
            </a:br>
            <a:r>
              <a:rPr kumimoji="1" lang="en-US" altLang="ja-JP" sz="2600" dirty="0"/>
              <a:t>KENTEM</a:t>
            </a:r>
            <a:r>
              <a:rPr kumimoji="1" lang="ja-JP" altLang="en-US" sz="2600" dirty="0"/>
              <a:t>テンプレートについて</a:t>
            </a:r>
          </a:p>
        </p:txBody>
      </p:sp>
      <p:sp>
        <p:nvSpPr>
          <p:cNvPr id="3" name="字幕 2">
            <a:extLst>
              <a:ext uri="{FF2B5EF4-FFF2-40B4-BE49-F238E27FC236}">
                <a16:creationId xmlns:a16="http://schemas.microsoft.com/office/drawing/2014/main" id="{51B37935-35A9-4A89-99EC-AB5072AE64BB}"/>
              </a:ext>
            </a:extLst>
          </p:cNvPr>
          <p:cNvSpPr>
            <a:spLocks noGrp="1"/>
          </p:cNvSpPr>
          <p:nvPr>
            <p:ph type="subTitle" idx="1"/>
          </p:nvPr>
        </p:nvSpPr>
        <p:spPr/>
        <p:txBody>
          <a:bodyPr>
            <a:normAutofit/>
          </a:bodyPr>
          <a:lstStyle/>
          <a:p>
            <a:r>
              <a:rPr kumimoji="1" lang="ja-JP" altLang="en-US" sz="1300" dirty="0"/>
              <a:t>経営企画部　ブランディング推進室　松本紗規子</a:t>
            </a:r>
            <a:endParaRPr kumimoji="1" lang="en-US" altLang="ja-JP" sz="1300" dirty="0"/>
          </a:p>
        </p:txBody>
      </p:sp>
    </p:spTree>
    <p:extLst>
      <p:ext uri="{BB962C8B-B14F-4D97-AF65-F5344CB8AC3E}">
        <p14:creationId xmlns:p14="http://schemas.microsoft.com/office/powerpoint/2010/main" val="252123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コンテンツ プレースホルダー 2">
            <a:extLst>
              <a:ext uri="{FF2B5EF4-FFF2-40B4-BE49-F238E27FC236}">
                <a16:creationId xmlns:a16="http://schemas.microsoft.com/office/drawing/2014/main" id="{72E4FDEA-ECF6-4921-A4F8-7E0BA12BB87F}"/>
              </a:ext>
            </a:extLst>
          </p:cNvPr>
          <p:cNvSpPr txBox="1">
            <a:spLocks/>
          </p:cNvSpPr>
          <p:nvPr/>
        </p:nvSpPr>
        <p:spPr>
          <a:xfrm>
            <a:off x="2823084" y="562540"/>
            <a:ext cx="4259832" cy="764045"/>
          </a:xfrm>
          <a:prstGeom prst="rect">
            <a:avLst/>
          </a:prstGeom>
        </p:spPr>
        <p:txBody>
          <a:bodyPr vert="horz" lIns="91440" tIns="45720" rIns="91440" bIns="45720" rtlCol="0" anchor="ctr">
            <a:normAutofit/>
          </a:bodyPr>
          <a:lstStyle>
            <a:lvl1pPr marL="0" indent="0" algn="ctr" defTabSz="514346" rtl="0" eaLnBrk="1" latinLnBrk="0" hangingPunct="1">
              <a:lnSpc>
                <a:spcPct val="140000"/>
              </a:lnSpc>
              <a:spcBef>
                <a:spcPts val="563"/>
              </a:spcBef>
              <a:buFontTx/>
              <a:buNone/>
              <a:defRPr kumimoji="1" sz="2400" kern="1200">
                <a:solidFill>
                  <a:schemeClr val="tx1"/>
                </a:solidFill>
                <a:latin typeface="+mn-ea"/>
                <a:ea typeface="+mn-ea"/>
                <a:cs typeface="+mn-cs"/>
              </a:defRPr>
            </a:lvl1pPr>
            <a:lvl2pPr marL="385760"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2pPr>
            <a:lvl3pPr marL="642932"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3pPr>
            <a:lvl4pPr marL="900105"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4pPr>
            <a:lvl5pPr marL="1157279"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5pPr>
            <a:lvl6pPr marL="1414451"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625"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797"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69"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a:lstStyle>
          <a:p>
            <a:r>
              <a:rPr lang="ja-JP" altLang="en-US" b="1" dirty="0"/>
              <a:t>はじめに</a:t>
            </a:r>
          </a:p>
        </p:txBody>
      </p:sp>
      <p:sp>
        <p:nvSpPr>
          <p:cNvPr id="9" name="コンテンツ プレースホルダー 1">
            <a:extLst>
              <a:ext uri="{FF2B5EF4-FFF2-40B4-BE49-F238E27FC236}">
                <a16:creationId xmlns:a16="http://schemas.microsoft.com/office/drawing/2014/main" id="{96CE06F3-5AC8-4EE0-8585-4F292B9A988E}"/>
              </a:ext>
            </a:extLst>
          </p:cNvPr>
          <p:cNvSpPr txBox="1">
            <a:spLocks/>
          </p:cNvSpPr>
          <p:nvPr/>
        </p:nvSpPr>
        <p:spPr>
          <a:xfrm>
            <a:off x="704850" y="1478901"/>
            <a:ext cx="8496300" cy="1589543"/>
          </a:xfrm>
          <a:prstGeom prst="rect">
            <a:avLst/>
          </a:prstGeom>
        </p:spPr>
        <p:txBody>
          <a:bodyPr>
            <a:noAutofit/>
          </a:bodyPr>
          <a:lstStyle>
            <a:lvl1pPr marL="228581" indent="-228581" algn="l" defTabSz="914324" rtl="0" eaLnBrk="1" latinLnBrk="0" hangingPunct="1">
              <a:lnSpc>
                <a:spcPct val="90000"/>
              </a:lnSpc>
              <a:spcBef>
                <a:spcPts val="1000"/>
              </a:spcBef>
              <a:buFont typeface="Arial" panose="020B0604020202020204" pitchFamily="34" charset="0"/>
              <a:buChar char="•"/>
              <a:defRPr kumimoji="1" sz="2799" kern="1200">
                <a:solidFill>
                  <a:schemeClr val="tx1"/>
                </a:solidFill>
                <a:latin typeface="+mn-ea"/>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ea"/>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200000"/>
              </a:lnSpc>
              <a:buFont typeface="Wingdings" panose="05000000000000000000" pitchFamily="2" charset="2"/>
              <a:buChar char="l"/>
            </a:pPr>
            <a:r>
              <a:rPr lang="ja-JP" altLang="en-US" sz="1600" dirty="0"/>
              <a:t>パワーポイントを使ってプレゼンや配布資料の作成をする場合の公式テンプレートを用意いたしました。その使用方法についてまとめましたので、ご確認ください。</a:t>
            </a:r>
            <a:endParaRPr lang="en-US" altLang="ja-JP" sz="1600" dirty="0"/>
          </a:p>
          <a:p>
            <a:pPr>
              <a:lnSpc>
                <a:spcPct val="200000"/>
              </a:lnSpc>
              <a:buFont typeface="Wingdings" panose="05000000000000000000" pitchFamily="2" charset="2"/>
              <a:buChar char="l"/>
            </a:pPr>
            <a:r>
              <a:rPr lang="ja-JP" altLang="en-US" sz="1600" dirty="0"/>
              <a:t>プレゼン資料の品質と生産性向上を目的としたデザイン・テンプレートです。</a:t>
            </a:r>
            <a:endParaRPr lang="en-US" altLang="ja-JP" sz="1600" dirty="0"/>
          </a:p>
          <a:p>
            <a:pPr>
              <a:lnSpc>
                <a:spcPct val="200000"/>
              </a:lnSpc>
              <a:buFont typeface="Wingdings" panose="05000000000000000000" pitchFamily="2" charset="2"/>
              <a:buChar char="l"/>
            </a:pPr>
            <a:r>
              <a:rPr lang="ja-JP" altLang="en-US" sz="1600" dirty="0"/>
              <a:t>本資料は、プレゼン資料を下記にあげられる</a:t>
            </a:r>
            <a:r>
              <a:rPr lang="ja-JP" altLang="en-US" sz="1600" b="1" dirty="0"/>
              <a:t>汎用的な用途で使用することを前提に、フォントやフォントサイズなどのデザインルールを定義しています。</a:t>
            </a:r>
            <a:endParaRPr lang="en-US" altLang="ja-JP" sz="1600" b="1" dirty="0"/>
          </a:p>
        </p:txBody>
      </p:sp>
      <p:graphicFrame>
        <p:nvGraphicFramePr>
          <p:cNvPr id="10" name="表 5">
            <a:extLst>
              <a:ext uri="{FF2B5EF4-FFF2-40B4-BE49-F238E27FC236}">
                <a16:creationId xmlns:a16="http://schemas.microsoft.com/office/drawing/2014/main" id="{25D2A120-D83D-44E1-8C24-8C6C846E02A7}"/>
              </a:ext>
            </a:extLst>
          </p:cNvPr>
          <p:cNvGraphicFramePr>
            <a:graphicFrameLocks noGrp="1"/>
          </p:cNvGraphicFramePr>
          <p:nvPr>
            <p:extLst>
              <p:ext uri="{D42A27DB-BD31-4B8C-83A1-F6EECF244321}">
                <p14:modId xmlns:p14="http://schemas.microsoft.com/office/powerpoint/2010/main" val="1088007651"/>
              </p:ext>
            </p:extLst>
          </p:nvPr>
        </p:nvGraphicFramePr>
        <p:xfrm>
          <a:off x="979684" y="4405000"/>
          <a:ext cx="5878316" cy="1100506"/>
        </p:xfrm>
        <a:graphic>
          <a:graphicData uri="http://schemas.openxmlformats.org/drawingml/2006/table">
            <a:tbl>
              <a:tblPr firstRow="1" bandRow="1">
                <a:tableStyleId>{5C22544A-7EE6-4342-B048-85BDC9FD1C3A}</a:tableStyleId>
              </a:tblPr>
              <a:tblGrid>
                <a:gridCol w="2075393">
                  <a:extLst>
                    <a:ext uri="{9D8B030D-6E8A-4147-A177-3AD203B41FA5}">
                      <a16:colId xmlns:a16="http://schemas.microsoft.com/office/drawing/2014/main" val="1989181178"/>
                    </a:ext>
                  </a:extLst>
                </a:gridCol>
                <a:gridCol w="3802923">
                  <a:extLst>
                    <a:ext uri="{9D8B030D-6E8A-4147-A177-3AD203B41FA5}">
                      <a16:colId xmlns:a16="http://schemas.microsoft.com/office/drawing/2014/main" val="1835831577"/>
                    </a:ext>
                  </a:extLst>
                </a:gridCol>
              </a:tblGrid>
              <a:tr h="550253">
                <a:tc>
                  <a:txBody>
                    <a:bodyPr/>
                    <a:lstStyle/>
                    <a:p>
                      <a:pPr algn="ctr"/>
                      <a:r>
                        <a:rPr kumimoji="1" lang="ja-JP" altLang="en-US" sz="1200" b="1" dirty="0">
                          <a:solidFill>
                            <a:schemeClr val="tx1"/>
                          </a:solidFill>
                          <a:latin typeface="+mn-ea"/>
                          <a:ea typeface="+mn-ea"/>
                        </a:rPr>
                        <a:t>対象となる文書</a:t>
                      </a:r>
                    </a:p>
                  </a:txBody>
                  <a:tcPr marL="74295" marR="74295" marT="37148" marB="37148"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324"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latin typeface="+mn-ea"/>
                          <a:ea typeface="+mn-ea"/>
                        </a:rPr>
                        <a:t>　提案書、企画書、営業資料、各種報告資料など</a:t>
                      </a:r>
                    </a:p>
                  </a:txBody>
                  <a:tcPr marL="74295" marR="74295" marT="37148" marB="37148"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00309"/>
                  </a:ext>
                </a:extLst>
              </a:tr>
              <a:tr h="550253">
                <a:tc>
                  <a:txBody>
                    <a:bodyPr/>
                    <a:lstStyle/>
                    <a:p>
                      <a:pPr marL="0" marR="0" lvl="0" indent="0" algn="ctr" defTabSz="914324" rtl="0" eaLnBrk="1" fontAlgn="auto" latinLnBrk="0" hangingPunct="1">
                        <a:lnSpc>
                          <a:spcPct val="100000"/>
                        </a:lnSpc>
                        <a:spcBef>
                          <a:spcPts val="0"/>
                        </a:spcBef>
                        <a:spcAft>
                          <a:spcPts val="0"/>
                        </a:spcAft>
                        <a:buClrTx/>
                        <a:buSzTx/>
                        <a:buFontTx/>
                        <a:buNone/>
                        <a:tabLst/>
                        <a:defRPr/>
                      </a:pPr>
                      <a:r>
                        <a:rPr kumimoji="1" lang="ja-JP" altLang="en-US" sz="1200" b="1" dirty="0">
                          <a:solidFill>
                            <a:schemeClr val="tx1"/>
                          </a:solidFill>
                          <a:latin typeface="+mn-ea"/>
                          <a:ea typeface="+mn-ea"/>
                        </a:rPr>
                        <a:t>表示</a:t>
                      </a:r>
                      <a:r>
                        <a:rPr kumimoji="1" lang="en-US" altLang="ja-JP" sz="1200" b="1" dirty="0">
                          <a:solidFill>
                            <a:schemeClr val="tx1"/>
                          </a:solidFill>
                          <a:latin typeface="+mn-ea"/>
                          <a:ea typeface="+mn-ea"/>
                        </a:rPr>
                        <a:t>/</a:t>
                      </a:r>
                      <a:r>
                        <a:rPr kumimoji="1" lang="ja-JP" altLang="en-US" sz="1200" b="1" dirty="0">
                          <a:solidFill>
                            <a:schemeClr val="tx1"/>
                          </a:solidFill>
                          <a:latin typeface="+mn-ea"/>
                          <a:ea typeface="+mn-ea"/>
                        </a:rPr>
                        <a:t>印刷する環境</a:t>
                      </a:r>
                    </a:p>
                  </a:txBody>
                  <a:tcPr marL="74295" marR="74295" marT="37148" marB="37148" anchor="ct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324" rtl="0" eaLnBrk="1" fontAlgn="auto" latinLnBrk="0" hangingPunct="1">
                        <a:lnSpc>
                          <a:spcPct val="100000"/>
                        </a:lnSpc>
                        <a:spcBef>
                          <a:spcPts val="0"/>
                        </a:spcBef>
                        <a:spcAft>
                          <a:spcPts val="0"/>
                        </a:spcAft>
                        <a:buClrTx/>
                        <a:buSzTx/>
                        <a:buFontTx/>
                        <a:buNone/>
                        <a:tabLst/>
                        <a:defRPr/>
                      </a:pPr>
                      <a:r>
                        <a:rPr kumimoji="1" lang="ja-JP" altLang="en-US" sz="1200" b="0" dirty="0">
                          <a:solidFill>
                            <a:schemeClr val="tx1"/>
                          </a:solidFill>
                          <a:latin typeface="+mn-ea"/>
                          <a:ea typeface="+mn-ea"/>
                        </a:rPr>
                        <a:t>　</a:t>
                      </a:r>
                      <a:r>
                        <a:rPr kumimoji="1" lang="en-US" altLang="ja-JP" sz="1200" b="0" dirty="0">
                          <a:solidFill>
                            <a:schemeClr val="tx1"/>
                          </a:solidFill>
                          <a:latin typeface="+mn-ea"/>
                          <a:ea typeface="+mn-ea"/>
                        </a:rPr>
                        <a:t>A4</a:t>
                      </a:r>
                      <a:r>
                        <a:rPr kumimoji="1" lang="ja-JP" altLang="en-US" sz="1200" b="0" dirty="0">
                          <a:solidFill>
                            <a:schemeClr val="tx1"/>
                          </a:solidFill>
                          <a:latin typeface="+mn-ea"/>
                          <a:ea typeface="+mn-ea"/>
                        </a:rPr>
                        <a:t>コピー用紙、タブレット</a:t>
                      </a:r>
                      <a:r>
                        <a:rPr kumimoji="1" lang="ja-JP" altLang="en-US" sz="1200" b="0">
                          <a:solidFill>
                            <a:schemeClr val="tx1"/>
                          </a:solidFill>
                          <a:latin typeface="+mn-ea"/>
                          <a:ea typeface="+mn-ea"/>
                        </a:rPr>
                        <a:t>、プロジェクタ</a:t>
                      </a:r>
                      <a:endParaRPr kumimoji="1" lang="ja-JP" altLang="en-US" sz="1200" b="0" dirty="0">
                        <a:solidFill>
                          <a:schemeClr val="tx1"/>
                        </a:solidFill>
                        <a:latin typeface="+mn-ea"/>
                        <a:ea typeface="+mn-ea"/>
                      </a:endParaRPr>
                    </a:p>
                  </a:txBody>
                  <a:tcPr marL="74295" marR="74295" marT="37148" marB="37148"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3451447"/>
                  </a:ext>
                </a:extLst>
              </a:tr>
            </a:tbl>
          </a:graphicData>
        </a:graphic>
      </p:graphicFrame>
      <p:sp>
        <p:nvSpPr>
          <p:cNvPr id="11" name="コンテンツ プレースホルダー 1">
            <a:extLst>
              <a:ext uri="{FF2B5EF4-FFF2-40B4-BE49-F238E27FC236}">
                <a16:creationId xmlns:a16="http://schemas.microsoft.com/office/drawing/2014/main" id="{8915C98B-1D35-4EC8-B2F2-D516847311E1}"/>
              </a:ext>
            </a:extLst>
          </p:cNvPr>
          <p:cNvSpPr txBox="1">
            <a:spLocks/>
          </p:cNvSpPr>
          <p:nvPr/>
        </p:nvSpPr>
        <p:spPr>
          <a:xfrm>
            <a:off x="704850" y="5733256"/>
            <a:ext cx="8496300" cy="505181"/>
          </a:xfrm>
          <a:prstGeom prst="rect">
            <a:avLst/>
          </a:prstGeom>
        </p:spPr>
        <p:txBody>
          <a:bodyPr>
            <a:noAutofit/>
          </a:bodyPr>
          <a:lstStyle>
            <a:lvl1pPr marL="228581" indent="-228581" algn="l" defTabSz="914324" rtl="0" eaLnBrk="1" latinLnBrk="0" hangingPunct="1">
              <a:lnSpc>
                <a:spcPct val="90000"/>
              </a:lnSpc>
              <a:spcBef>
                <a:spcPts val="1000"/>
              </a:spcBef>
              <a:buFont typeface="Arial" panose="020B0604020202020204" pitchFamily="34" charset="0"/>
              <a:buChar char="•"/>
              <a:defRPr kumimoji="1" sz="2799" kern="1200">
                <a:solidFill>
                  <a:schemeClr val="tx1"/>
                </a:solidFill>
                <a:latin typeface="+mn-ea"/>
                <a:ea typeface="+mn-ea"/>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mn-ea"/>
                <a:ea typeface="+mn-ea"/>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50000"/>
              </a:lnSpc>
              <a:buFont typeface="Wingdings" panose="05000000000000000000" pitchFamily="2" charset="2"/>
              <a:buChar char="l"/>
            </a:pPr>
            <a:r>
              <a:rPr lang="ja-JP" altLang="en-US" sz="1600" b="1" dirty="0"/>
              <a:t>基本は、テンプレートに標準設定されているデザインを使用してください。</a:t>
            </a:r>
            <a:endParaRPr lang="en-US" altLang="ja-JP" sz="1600" b="1" dirty="0"/>
          </a:p>
        </p:txBody>
      </p:sp>
    </p:spTree>
    <p:extLst>
      <p:ext uri="{BB962C8B-B14F-4D97-AF65-F5344CB8AC3E}">
        <p14:creationId xmlns:p14="http://schemas.microsoft.com/office/powerpoint/2010/main" val="3961246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4578DDB0-723A-406F-B535-1FC972BFA2BA}"/>
              </a:ext>
            </a:extLst>
          </p:cNvPr>
          <p:cNvSpPr>
            <a:spLocks noGrp="1"/>
          </p:cNvSpPr>
          <p:nvPr>
            <p:ph idx="1"/>
          </p:nvPr>
        </p:nvSpPr>
        <p:spPr/>
        <p:txBody>
          <a:bodyPr/>
          <a:lstStyle/>
          <a:p>
            <a:r>
              <a:rPr lang="ja-JP" altLang="en-US" sz="1600" dirty="0"/>
              <a:t>パワーポイントのサイズ</a:t>
            </a:r>
            <a:endParaRPr kumimoji="1" lang="en-US" altLang="ja-JP" sz="1600" dirty="0"/>
          </a:p>
          <a:p>
            <a:r>
              <a:rPr lang="ja-JP" altLang="en-US" sz="1600" dirty="0"/>
              <a:t>フォント</a:t>
            </a:r>
            <a:endParaRPr lang="en-US" altLang="ja-JP" sz="1600" dirty="0"/>
          </a:p>
          <a:p>
            <a:r>
              <a:rPr lang="ja-JP" altLang="en-US" sz="1600" dirty="0"/>
              <a:t>フォントサイズ</a:t>
            </a:r>
            <a:endParaRPr lang="en-US" altLang="ja-JP" sz="1600" dirty="0"/>
          </a:p>
          <a:p>
            <a:r>
              <a:rPr lang="ja-JP" altLang="en-US" sz="1600" dirty="0"/>
              <a:t>色選びのヒント</a:t>
            </a:r>
            <a:endParaRPr lang="en-US" altLang="ja-JP" sz="1600" dirty="0"/>
          </a:p>
          <a:p>
            <a:pPr marL="0" indent="0">
              <a:buNone/>
            </a:pPr>
            <a:endParaRPr kumimoji="1" lang="ja-JP" altLang="en-US" dirty="0"/>
          </a:p>
        </p:txBody>
      </p:sp>
      <p:sp>
        <p:nvSpPr>
          <p:cNvPr id="3" name="タイトル 2">
            <a:extLst>
              <a:ext uri="{FF2B5EF4-FFF2-40B4-BE49-F238E27FC236}">
                <a16:creationId xmlns:a16="http://schemas.microsoft.com/office/drawing/2014/main" id="{E3DB7DD7-197F-48F0-B9C9-C8DCED24963F}"/>
              </a:ext>
            </a:extLst>
          </p:cNvPr>
          <p:cNvSpPr>
            <a:spLocks noGrp="1"/>
          </p:cNvSpPr>
          <p:nvPr>
            <p:ph type="title"/>
          </p:nvPr>
        </p:nvSpPr>
        <p:spPr/>
        <p:txBody>
          <a:bodyPr/>
          <a:lstStyle/>
          <a:p>
            <a:r>
              <a:rPr kumimoji="1" lang="ja-JP" altLang="en-US" sz="2400" dirty="0"/>
              <a:t>目次</a:t>
            </a:r>
            <a:endParaRPr kumimoji="1" lang="ja-JP" altLang="en-US" dirty="0"/>
          </a:p>
        </p:txBody>
      </p:sp>
      <p:sp>
        <p:nvSpPr>
          <p:cNvPr id="4" name="コンテンツ プレースホルダー 3">
            <a:extLst>
              <a:ext uri="{FF2B5EF4-FFF2-40B4-BE49-F238E27FC236}">
                <a16:creationId xmlns:a16="http://schemas.microsoft.com/office/drawing/2014/main" id="{90F55E5F-7D78-4C3D-B1FB-C37E3B8ED546}"/>
              </a:ext>
            </a:extLst>
          </p:cNvPr>
          <p:cNvSpPr>
            <a:spLocks noGrp="1"/>
          </p:cNvSpPr>
          <p:nvPr>
            <p:ph idx="10"/>
          </p:nvPr>
        </p:nvSpPr>
        <p:spPr/>
        <p:txBody>
          <a:bodyPr/>
          <a:lstStyle/>
          <a:p>
            <a:r>
              <a:rPr kumimoji="1" lang="ja-JP" altLang="en-US" dirty="0"/>
              <a:t>・・・・・</a:t>
            </a:r>
            <a:r>
              <a:rPr kumimoji="1" lang="en-US" altLang="ja-JP" dirty="0"/>
              <a:t>3</a:t>
            </a:r>
          </a:p>
          <a:p>
            <a:r>
              <a:rPr kumimoji="1" lang="ja-JP" altLang="en-US" dirty="0"/>
              <a:t>・・・・・</a:t>
            </a:r>
            <a:r>
              <a:rPr lang="en-US" altLang="ja-JP" dirty="0"/>
              <a:t>4</a:t>
            </a:r>
          </a:p>
          <a:p>
            <a:r>
              <a:rPr kumimoji="1" lang="ja-JP" altLang="en-US" dirty="0"/>
              <a:t>・・・・・</a:t>
            </a:r>
            <a:r>
              <a:rPr lang="en-US" altLang="ja-JP" dirty="0"/>
              <a:t>5</a:t>
            </a:r>
          </a:p>
          <a:p>
            <a:r>
              <a:rPr kumimoji="1" lang="ja-JP" altLang="en-US" dirty="0"/>
              <a:t>・・・・・</a:t>
            </a:r>
            <a:r>
              <a:rPr lang="en-US" altLang="ja-JP" dirty="0"/>
              <a:t>6</a:t>
            </a:r>
          </a:p>
          <a:p>
            <a:endParaRPr kumimoji="1" lang="ja-JP" altLang="en-US" dirty="0"/>
          </a:p>
        </p:txBody>
      </p:sp>
      <p:sp>
        <p:nvSpPr>
          <p:cNvPr id="5" name="スライド番号プレースホルダー 4">
            <a:extLst>
              <a:ext uri="{FF2B5EF4-FFF2-40B4-BE49-F238E27FC236}">
                <a16:creationId xmlns:a16="http://schemas.microsoft.com/office/drawing/2014/main" id="{EEFC0B4F-3BC8-4356-9851-2C57A3C4BB01}"/>
              </a:ext>
            </a:extLst>
          </p:cNvPr>
          <p:cNvSpPr>
            <a:spLocks noGrp="1"/>
          </p:cNvSpPr>
          <p:nvPr>
            <p:ph type="sldNum" sz="quarter" idx="4"/>
          </p:nvPr>
        </p:nvSpPr>
        <p:spPr/>
        <p:txBody>
          <a:bodyPr/>
          <a:lstStyle/>
          <a:p>
            <a:fld id="{C314D315-6C69-40BF-98D6-60239DAB9584}" type="slidenum">
              <a:rPr lang="ja-JP" altLang="en-US" smtClean="0"/>
              <a:pPr/>
              <a:t>2</a:t>
            </a:fld>
            <a:r>
              <a:rPr lang="ja-JP" altLang="en-US"/>
              <a:t>　</a:t>
            </a:r>
            <a:endParaRPr lang="ja-JP" altLang="en-US" dirty="0"/>
          </a:p>
        </p:txBody>
      </p:sp>
    </p:spTree>
    <p:extLst>
      <p:ext uri="{BB962C8B-B14F-4D97-AF65-F5344CB8AC3E}">
        <p14:creationId xmlns:p14="http://schemas.microsoft.com/office/powerpoint/2010/main" val="19607781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20548EF9-C5A3-4FFB-9B0E-5DB8B527606D}"/>
              </a:ext>
            </a:extLst>
          </p:cNvPr>
          <p:cNvSpPr>
            <a:spLocks noGrp="1"/>
          </p:cNvSpPr>
          <p:nvPr>
            <p:ph idx="1"/>
          </p:nvPr>
        </p:nvSpPr>
        <p:spPr>
          <a:xfrm>
            <a:off x="704850" y="1282426"/>
            <a:ext cx="8496300" cy="5062897"/>
          </a:xfrm>
        </p:spPr>
        <p:txBody>
          <a:bodyPr>
            <a:normAutofit/>
          </a:bodyPr>
          <a:lstStyle/>
          <a:p>
            <a:r>
              <a:rPr lang="ja-JP" altLang="en-US" dirty="0"/>
              <a:t>使用用途によって、パワーポイントのサイズが変わります。</a:t>
            </a:r>
            <a:endParaRPr lang="en-US" altLang="ja-JP" dirty="0"/>
          </a:p>
          <a:p>
            <a:endParaRPr lang="en-US" altLang="ja-JP" dirty="0"/>
          </a:p>
          <a:p>
            <a:pPr marL="342900" indent="-342900">
              <a:buFont typeface="+mj-ea"/>
              <a:buAutoNum type="circleNumDbPlain"/>
            </a:pPr>
            <a:r>
              <a:rPr lang="en-US" altLang="ja-JP" dirty="0"/>
              <a:t>A4</a:t>
            </a:r>
            <a:r>
              <a:rPr lang="ja-JP" altLang="en-US" dirty="0"/>
              <a:t>テンプレート</a:t>
            </a:r>
            <a:endParaRPr lang="en-US" altLang="ja-JP" dirty="0"/>
          </a:p>
          <a:p>
            <a:r>
              <a:rPr lang="ja-JP" altLang="en-US" dirty="0"/>
              <a:t>デフォルトのテンプレートです。ワイド表示が非対応のプロジェクタや、資料を印刷する場合などは、本テンプレートを使用してください。ワイドサイズが必要な場合については②を使用してください。</a:t>
            </a:r>
            <a:endParaRPr lang="en-US" altLang="ja-JP" dirty="0"/>
          </a:p>
          <a:p>
            <a:r>
              <a:rPr lang="ja-JP" altLang="en-US" dirty="0">
                <a:hlinkClick r:id="rId2"/>
              </a:rPr>
              <a:t>「</a:t>
            </a:r>
            <a:r>
              <a:rPr lang="en-US" altLang="ja-JP" dirty="0">
                <a:hlinkClick r:id="rId2"/>
              </a:rPr>
              <a:t>【</a:t>
            </a:r>
            <a:r>
              <a:rPr lang="ja-JP" altLang="en-US" dirty="0">
                <a:hlinkClick r:id="rId2"/>
              </a:rPr>
              <a:t>全社共通</a:t>
            </a:r>
            <a:r>
              <a:rPr lang="en-US" altLang="ja-JP" dirty="0">
                <a:hlinkClick r:id="rId2"/>
              </a:rPr>
              <a:t>】</a:t>
            </a:r>
            <a:r>
              <a:rPr lang="ja-JP" altLang="en-US" dirty="0">
                <a:hlinkClick r:id="rId2"/>
              </a:rPr>
              <a:t>パワーポイントの</a:t>
            </a:r>
            <a:r>
              <a:rPr lang="en-US" altLang="ja-JP" dirty="0">
                <a:hlinkClick r:id="rId2"/>
              </a:rPr>
              <a:t>KENTEM</a:t>
            </a:r>
            <a:r>
              <a:rPr lang="ja-JP" altLang="en-US" dirty="0">
                <a:hlinkClick r:id="rId2"/>
              </a:rPr>
              <a:t>テンプレートについて」</a:t>
            </a:r>
            <a:endParaRPr lang="en-US" altLang="ja-JP" dirty="0"/>
          </a:p>
          <a:p>
            <a:endParaRPr lang="en-US" altLang="ja-JP" dirty="0"/>
          </a:p>
          <a:p>
            <a:pPr marL="342900" indent="-342900">
              <a:buFont typeface="+mj-ea"/>
              <a:buAutoNum type="circleNumDbPlain" startAt="2"/>
            </a:pPr>
            <a:r>
              <a:rPr lang="ja-JP" altLang="en-US" dirty="0"/>
              <a:t>ワイドテンプレート</a:t>
            </a:r>
            <a:endParaRPr lang="en-US" altLang="ja-JP" dirty="0"/>
          </a:p>
          <a:p>
            <a:r>
              <a:rPr lang="ja-JP" altLang="en-US" dirty="0"/>
              <a:t>プロジェクターの規格にて、ワイド画面で表示可能な場合は、下記テンプレートをご利用ください。</a:t>
            </a:r>
            <a:endParaRPr lang="en-US" altLang="ja-JP" dirty="0"/>
          </a:p>
          <a:p>
            <a:r>
              <a:rPr lang="ja-JP" altLang="en-US" dirty="0">
                <a:hlinkClick r:id="rId2"/>
              </a:rPr>
              <a:t>「</a:t>
            </a:r>
            <a:r>
              <a:rPr lang="en-US" altLang="ja-JP" dirty="0">
                <a:hlinkClick r:id="rId2"/>
              </a:rPr>
              <a:t>【</a:t>
            </a:r>
            <a:r>
              <a:rPr lang="ja-JP" altLang="en-US" dirty="0">
                <a:hlinkClick r:id="rId2"/>
              </a:rPr>
              <a:t>ワイド</a:t>
            </a:r>
            <a:r>
              <a:rPr lang="en-US" altLang="ja-JP" dirty="0">
                <a:hlinkClick r:id="rId2"/>
              </a:rPr>
              <a:t>】</a:t>
            </a:r>
            <a:r>
              <a:rPr lang="ja-JP" altLang="en-US" dirty="0">
                <a:hlinkClick r:id="rId2"/>
              </a:rPr>
              <a:t>パワーポイントの</a:t>
            </a:r>
            <a:r>
              <a:rPr lang="en-US" altLang="ja-JP" dirty="0">
                <a:hlinkClick r:id="rId2"/>
              </a:rPr>
              <a:t>KENTEM</a:t>
            </a:r>
            <a:r>
              <a:rPr lang="ja-JP" altLang="en-US" dirty="0">
                <a:hlinkClick r:id="rId2"/>
              </a:rPr>
              <a:t>テンプレートについて」</a:t>
            </a:r>
            <a:endParaRPr lang="en-US" altLang="ja-JP" dirty="0"/>
          </a:p>
        </p:txBody>
      </p:sp>
      <p:sp>
        <p:nvSpPr>
          <p:cNvPr id="3" name="スライド番号プレースホルダー 2">
            <a:extLst>
              <a:ext uri="{FF2B5EF4-FFF2-40B4-BE49-F238E27FC236}">
                <a16:creationId xmlns:a16="http://schemas.microsoft.com/office/drawing/2014/main" id="{ED339642-D77B-4EA2-A55F-C84BDDAACC50}"/>
              </a:ext>
            </a:extLst>
          </p:cNvPr>
          <p:cNvSpPr>
            <a:spLocks noGrp="1"/>
          </p:cNvSpPr>
          <p:nvPr>
            <p:ph type="sldNum" sz="quarter" idx="4"/>
          </p:nvPr>
        </p:nvSpPr>
        <p:spPr/>
        <p:txBody>
          <a:bodyPr/>
          <a:lstStyle/>
          <a:p>
            <a:fld id="{C314D315-6C69-40BF-98D6-60239DAB9584}" type="slidenum">
              <a:rPr lang="ja-JP" altLang="en-US" smtClean="0"/>
              <a:pPr/>
              <a:t>3</a:t>
            </a:fld>
            <a:r>
              <a:rPr lang="ja-JP" altLang="en-US"/>
              <a:t>　</a:t>
            </a:r>
            <a:endParaRPr lang="ja-JP" altLang="en-US" dirty="0"/>
          </a:p>
        </p:txBody>
      </p:sp>
      <p:sp>
        <p:nvSpPr>
          <p:cNvPr id="4" name="タイトル 3">
            <a:extLst>
              <a:ext uri="{FF2B5EF4-FFF2-40B4-BE49-F238E27FC236}">
                <a16:creationId xmlns:a16="http://schemas.microsoft.com/office/drawing/2014/main" id="{0CFE1FB1-7B82-4B10-BE79-DC8284127757}"/>
              </a:ext>
            </a:extLst>
          </p:cNvPr>
          <p:cNvSpPr>
            <a:spLocks noGrp="1"/>
          </p:cNvSpPr>
          <p:nvPr>
            <p:ph type="title"/>
          </p:nvPr>
        </p:nvSpPr>
        <p:spPr/>
        <p:txBody>
          <a:bodyPr/>
          <a:lstStyle/>
          <a:p>
            <a:r>
              <a:rPr kumimoji="1" lang="en-US" altLang="ja-JP" dirty="0"/>
              <a:t>1. </a:t>
            </a:r>
            <a:r>
              <a:rPr kumimoji="1" lang="ja-JP" altLang="en-US" dirty="0"/>
              <a:t>パワーポイントのサイズ</a:t>
            </a:r>
          </a:p>
        </p:txBody>
      </p:sp>
    </p:spTree>
    <p:extLst>
      <p:ext uri="{BB962C8B-B14F-4D97-AF65-F5344CB8AC3E}">
        <p14:creationId xmlns:p14="http://schemas.microsoft.com/office/powerpoint/2010/main" val="1551314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462FA7-5A2D-4E2E-8739-9E98D722CB33}"/>
              </a:ext>
            </a:extLst>
          </p:cNvPr>
          <p:cNvSpPr>
            <a:spLocks noGrp="1"/>
          </p:cNvSpPr>
          <p:nvPr>
            <p:ph type="title"/>
          </p:nvPr>
        </p:nvSpPr>
        <p:spPr/>
        <p:txBody>
          <a:bodyPr/>
          <a:lstStyle/>
          <a:p>
            <a:r>
              <a:rPr lang="en-US" altLang="ja-JP" dirty="0"/>
              <a:t>2. </a:t>
            </a:r>
            <a:r>
              <a:rPr lang="ja-JP" altLang="en-US" dirty="0"/>
              <a:t>フォント</a:t>
            </a:r>
            <a:endParaRPr kumimoji="1" lang="ja-JP" altLang="en-US" dirty="0"/>
          </a:p>
        </p:txBody>
      </p:sp>
      <p:sp>
        <p:nvSpPr>
          <p:cNvPr id="3" name="スライド番号プレースホルダー 2">
            <a:extLst>
              <a:ext uri="{FF2B5EF4-FFF2-40B4-BE49-F238E27FC236}">
                <a16:creationId xmlns:a16="http://schemas.microsoft.com/office/drawing/2014/main" id="{469C356A-87E9-40A1-A6B7-65EEFFAA8E33}"/>
              </a:ext>
            </a:extLst>
          </p:cNvPr>
          <p:cNvSpPr>
            <a:spLocks noGrp="1"/>
          </p:cNvSpPr>
          <p:nvPr>
            <p:ph type="sldNum" sz="quarter" idx="4"/>
          </p:nvPr>
        </p:nvSpPr>
        <p:spPr/>
        <p:txBody>
          <a:bodyPr/>
          <a:lstStyle/>
          <a:p>
            <a:fld id="{C314D315-6C69-40BF-98D6-60239DAB9584}" type="slidenum">
              <a:rPr lang="ja-JP" altLang="en-US" smtClean="0"/>
              <a:pPr/>
              <a:t>4</a:t>
            </a:fld>
            <a:r>
              <a:rPr lang="ja-JP" altLang="en-US"/>
              <a:t>　</a:t>
            </a:r>
            <a:endParaRPr lang="ja-JP" altLang="en-US" dirty="0"/>
          </a:p>
        </p:txBody>
      </p:sp>
      <p:sp>
        <p:nvSpPr>
          <p:cNvPr id="8" name="コンテンツ プレースホルダー 1">
            <a:extLst>
              <a:ext uri="{FF2B5EF4-FFF2-40B4-BE49-F238E27FC236}">
                <a16:creationId xmlns:a16="http://schemas.microsoft.com/office/drawing/2014/main" id="{FCD8675B-DA7C-4E21-BBAA-B90464440D78}"/>
              </a:ext>
            </a:extLst>
          </p:cNvPr>
          <p:cNvSpPr txBox="1">
            <a:spLocks/>
          </p:cNvSpPr>
          <p:nvPr/>
        </p:nvSpPr>
        <p:spPr>
          <a:xfrm>
            <a:off x="704850" y="4619460"/>
            <a:ext cx="8496300" cy="1427251"/>
          </a:xfrm>
          <a:prstGeom prst="rect">
            <a:avLst/>
          </a:prstGeom>
        </p:spPr>
        <p:txBody>
          <a:bodyPr>
            <a:normAutofit/>
          </a:bodyPr>
          <a:lstStyle>
            <a:lvl1pPr marL="0" indent="0" algn="l" defTabSz="514346" rtl="0" eaLnBrk="1" latinLnBrk="0" hangingPunct="1">
              <a:lnSpc>
                <a:spcPct val="140000"/>
              </a:lnSpc>
              <a:spcBef>
                <a:spcPts val="563"/>
              </a:spcBef>
              <a:buFontTx/>
              <a:buNone/>
              <a:defRPr kumimoji="1" sz="1600" kern="1200">
                <a:solidFill>
                  <a:schemeClr val="tx1"/>
                </a:solidFill>
                <a:latin typeface="+mn-ea"/>
                <a:ea typeface="+mn-ea"/>
                <a:cs typeface="+mn-cs"/>
              </a:defRPr>
            </a:lvl1pPr>
            <a:lvl2pPr marL="385760"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2pPr>
            <a:lvl3pPr marL="642932"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3pPr>
            <a:lvl4pPr marL="900105"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4pPr>
            <a:lvl5pPr marL="1157279" indent="-128587" algn="l" defTabSz="514346" rtl="0" eaLnBrk="1" latinLnBrk="0" hangingPunct="1">
              <a:lnSpc>
                <a:spcPct val="140000"/>
              </a:lnSpc>
              <a:spcBef>
                <a:spcPts val="281"/>
              </a:spcBef>
              <a:buFont typeface="Arial" panose="020B0604020202020204" pitchFamily="34" charset="0"/>
              <a:buChar char="•"/>
              <a:defRPr kumimoji="1" sz="1108" kern="1200">
                <a:solidFill>
                  <a:schemeClr val="tx1"/>
                </a:solidFill>
                <a:latin typeface="+mn-ea"/>
                <a:ea typeface="+mn-ea"/>
                <a:cs typeface="+mn-cs"/>
              </a:defRPr>
            </a:lvl5pPr>
            <a:lvl6pPr marL="1414451"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625"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797"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69" indent="-128587" algn="l" defTabSz="514346"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a:lstStyle>
          <a:p>
            <a:r>
              <a:rPr lang="en-US" altLang="ja-JP" dirty="0"/>
              <a:t>KENTEM</a:t>
            </a:r>
            <a:r>
              <a:rPr lang="ja-JP" altLang="en-US" dirty="0"/>
              <a:t>ロゴと一緒に使用する場合、推奨されているフォントです。</a:t>
            </a:r>
            <a:endParaRPr lang="en-US" altLang="ja-JP" dirty="0"/>
          </a:p>
          <a:p>
            <a:r>
              <a:rPr lang="en-US" altLang="ja-JP" sz="1200" dirty="0"/>
              <a:t>※</a:t>
            </a:r>
            <a:r>
              <a:rPr lang="ja-JP" altLang="en-US" sz="1200" dirty="0"/>
              <a:t>游明朝と一緒に使うことを意図して作られた和文ゴシック体。</a:t>
            </a:r>
            <a:r>
              <a:rPr lang="en-US" altLang="ja-JP" sz="1200" dirty="0"/>
              <a:t>Windows8.1</a:t>
            </a:r>
            <a:r>
              <a:rPr lang="ja-JP" altLang="en-US" sz="1200" dirty="0"/>
              <a:t>以降に標準搭載されており、</a:t>
            </a:r>
            <a:r>
              <a:rPr lang="en-US" altLang="ja-JP" sz="1200" dirty="0"/>
              <a:t>2021</a:t>
            </a:r>
            <a:r>
              <a:rPr lang="ja-JP" altLang="en-US" sz="1200" dirty="0"/>
              <a:t>年</a:t>
            </a:r>
            <a:r>
              <a:rPr lang="en-US" altLang="ja-JP" sz="1200" dirty="0"/>
              <a:t>3</a:t>
            </a:r>
            <a:r>
              <a:rPr lang="ja-JP" altLang="en-US" sz="1200" dirty="0"/>
              <a:t>月現在の</a:t>
            </a:r>
            <a:r>
              <a:rPr lang="en-US" altLang="ja-JP" sz="1200" dirty="0"/>
              <a:t>Windows</a:t>
            </a:r>
            <a:r>
              <a:rPr lang="ja-JP" altLang="en-US" sz="1200" dirty="0"/>
              <a:t>における実質的な標準ゴシック体。</a:t>
            </a:r>
            <a:endParaRPr lang="en-US" altLang="ja-JP" sz="1200" dirty="0"/>
          </a:p>
          <a:p>
            <a:endParaRPr lang="ja-JP" altLang="en-US" sz="1300" dirty="0"/>
          </a:p>
        </p:txBody>
      </p:sp>
      <p:sp>
        <p:nvSpPr>
          <p:cNvPr id="9" name="コンテンツ プレースホルダー 1">
            <a:extLst>
              <a:ext uri="{FF2B5EF4-FFF2-40B4-BE49-F238E27FC236}">
                <a16:creationId xmlns:a16="http://schemas.microsoft.com/office/drawing/2014/main" id="{D6DF455D-1A21-4386-B932-4D120C9CE21B}"/>
              </a:ext>
            </a:extLst>
          </p:cNvPr>
          <p:cNvSpPr txBox="1">
            <a:spLocks/>
          </p:cNvSpPr>
          <p:nvPr/>
        </p:nvSpPr>
        <p:spPr>
          <a:xfrm>
            <a:off x="704850" y="2167127"/>
            <a:ext cx="2700338" cy="2267737"/>
          </a:xfrm>
          <a:prstGeom prst="rect">
            <a:avLst/>
          </a:prstGeom>
        </p:spPr>
        <p:txBody>
          <a:bodyPr vert="horz" lIns="74295" tIns="37148" rIns="74295" bIns="37148" rtlCol="0" anchor="ctr">
            <a:noAutofit/>
          </a:bodyPr>
          <a:lstStyle>
            <a:lvl1pPr marL="228581" indent="-228581" algn="l" defTabSz="914324" rtl="0" eaLnBrk="1" latinLnBrk="0" hangingPunct="1">
              <a:lnSpc>
                <a:spcPct val="140000"/>
              </a:lnSpc>
              <a:spcBef>
                <a:spcPts val="1000"/>
              </a:spcBef>
              <a:buFont typeface="Arial" panose="020B0604020202020204" pitchFamily="34" charset="0"/>
              <a:buChar char="•"/>
              <a:defRPr kumimoji="1" sz="2799" kern="1200">
                <a:solidFill>
                  <a:schemeClr val="tx1"/>
                </a:solidFill>
                <a:latin typeface="メイリオ" panose="020B0604030504040204" pitchFamily="50" charset="-128"/>
                <a:ea typeface="メイリオ" panose="020B0604030504040204" pitchFamily="50" charset="-128"/>
                <a:cs typeface="+mn-cs"/>
              </a:defRPr>
            </a:lvl1pPr>
            <a:lvl2pPr marL="685743" indent="-228581" algn="l" defTabSz="914324"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2904" indent="-228581" algn="l" defTabSz="914324"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067"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229"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390"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53"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714"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76" indent="-228581" algn="l" defTabSz="914324"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9600" dirty="0">
                <a:latin typeface="+mn-ea"/>
                <a:ea typeface="+mn-ea"/>
              </a:rPr>
              <a:t>永あ</a:t>
            </a:r>
            <a:endParaRPr lang="en-US" altLang="ja-JP" sz="9600" dirty="0">
              <a:latin typeface="+mn-ea"/>
              <a:ea typeface="+mn-ea"/>
            </a:endParaRPr>
          </a:p>
        </p:txBody>
      </p:sp>
      <p:sp>
        <p:nvSpPr>
          <p:cNvPr id="10" name="AutoShape 3">
            <a:extLst>
              <a:ext uri="{FF2B5EF4-FFF2-40B4-BE49-F238E27FC236}">
                <a16:creationId xmlns:a16="http://schemas.microsoft.com/office/drawing/2014/main" id="{458E0479-8AB6-4936-AD37-031CD7765949}"/>
              </a:ext>
            </a:extLst>
          </p:cNvPr>
          <p:cNvSpPr>
            <a:spLocks noChangeArrowheads="1"/>
          </p:cNvSpPr>
          <p:nvPr/>
        </p:nvSpPr>
        <p:spPr bwMode="auto">
          <a:xfrm>
            <a:off x="4005013" y="3036150"/>
            <a:ext cx="4704316" cy="815031"/>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lvl="0" algn="dist" fontAlgn="base">
              <a:lnSpc>
                <a:spcPct val="110000"/>
              </a:lnSpc>
            </a:pPr>
            <a:r>
              <a:rPr lang="ja-JP" altLang="en-US" sz="1625" dirty="0">
                <a:solidFill>
                  <a:srgbClr val="373737"/>
                </a:solidFill>
                <a:latin typeface="+mn-ea"/>
                <a:cs typeface="メイリオ" pitchFamily="50" charset="-128"/>
              </a:rPr>
              <a:t>あいうえおかきく</a:t>
            </a:r>
            <a:r>
              <a:rPr lang="ja-JP" altLang="en-US" sz="1625" dirty="0" err="1">
                <a:solidFill>
                  <a:srgbClr val="373737"/>
                </a:solidFill>
                <a:latin typeface="+mn-ea"/>
                <a:cs typeface="メイリオ" pitchFamily="50" charset="-128"/>
              </a:rPr>
              <a:t>けこ</a:t>
            </a:r>
            <a:endParaRPr lang="en-US" altLang="ja-JP" sz="1625" dirty="0">
              <a:solidFill>
                <a:srgbClr val="373737"/>
              </a:solidFill>
              <a:latin typeface="+mn-ea"/>
              <a:cs typeface="メイリオ" pitchFamily="50" charset="-128"/>
            </a:endParaRPr>
          </a:p>
          <a:p>
            <a:pPr lvl="0" algn="dist" fontAlgn="base">
              <a:lnSpc>
                <a:spcPct val="110000"/>
              </a:lnSpc>
            </a:pPr>
            <a:r>
              <a:rPr lang="ja-JP" altLang="en-US" sz="1625" dirty="0">
                <a:solidFill>
                  <a:srgbClr val="373737"/>
                </a:solidFill>
                <a:latin typeface="+mn-ea"/>
                <a:cs typeface="メイリオ" pitchFamily="50" charset="-128"/>
              </a:rPr>
              <a:t>サシスセソタチツテト</a:t>
            </a:r>
            <a:endParaRPr lang="en-US" altLang="ja-JP" sz="1625" dirty="0">
              <a:solidFill>
                <a:srgbClr val="373737"/>
              </a:solidFill>
              <a:latin typeface="+mn-ea"/>
              <a:cs typeface="メイリオ" pitchFamily="50" charset="-128"/>
            </a:endParaRPr>
          </a:p>
          <a:p>
            <a:pPr lvl="0" algn="dist" fontAlgn="base">
              <a:lnSpc>
                <a:spcPct val="110000"/>
              </a:lnSpc>
            </a:pPr>
            <a:r>
              <a:rPr lang="ja-JP" altLang="en-US" sz="1625" dirty="0">
                <a:solidFill>
                  <a:srgbClr val="373737"/>
                </a:solidFill>
                <a:latin typeface="+mn-ea"/>
                <a:cs typeface="メイリオ" pitchFamily="50" charset="-128"/>
              </a:rPr>
              <a:t>国東愛袋通橋駅店待町</a:t>
            </a:r>
            <a:endParaRPr lang="en-US" altLang="ja-JP" sz="1625" b="1" dirty="0">
              <a:solidFill>
                <a:srgbClr val="373737"/>
              </a:solidFill>
              <a:latin typeface="+mn-ea"/>
              <a:cs typeface="メイリオ" pitchFamily="50" charset="-128"/>
            </a:endParaRPr>
          </a:p>
        </p:txBody>
      </p:sp>
      <p:sp>
        <p:nvSpPr>
          <p:cNvPr id="11" name="コンテンツ プレースホルダー 1">
            <a:extLst>
              <a:ext uri="{FF2B5EF4-FFF2-40B4-BE49-F238E27FC236}">
                <a16:creationId xmlns:a16="http://schemas.microsoft.com/office/drawing/2014/main" id="{E1FEF82D-8467-4E5D-9421-DE0131166C47}"/>
              </a:ext>
            </a:extLst>
          </p:cNvPr>
          <p:cNvSpPr txBox="1">
            <a:spLocks/>
          </p:cNvSpPr>
          <p:nvPr/>
        </p:nvSpPr>
        <p:spPr>
          <a:xfrm>
            <a:off x="704850" y="1952836"/>
            <a:ext cx="8496300" cy="666868"/>
          </a:xfrm>
          <a:prstGeom prst="rect">
            <a:avLst/>
          </a:prstGeom>
        </p:spPr>
        <p:txBody>
          <a:bodyPr>
            <a:normAutofit/>
          </a:bodyPr>
          <a:lstStyle>
            <a:lvl1pPr marL="185732" indent="-185732" algn="l" defTabSz="742926" rtl="0" eaLnBrk="1" latinLnBrk="0" hangingPunct="1">
              <a:lnSpc>
                <a:spcPct val="90000"/>
              </a:lnSpc>
              <a:spcBef>
                <a:spcPts val="813"/>
              </a:spcBef>
              <a:buFont typeface="Arial" panose="020B0604020202020204" pitchFamily="34" charset="0"/>
              <a:buChar char="•"/>
              <a:defRPr kumimoji="1" sz="2274" kern="1200">
                <a:solidFill>
                  <a:schemeClr val="tx1"/>
                </a:solidFill>
                <a:latin typeface="+mn-ea"/>
                <a:ea typeface="+mn-ea"/>
                <a:cs typeface="+mn-cs"/>
              </a:defRPr>
            </a:lvl1pPr>
            <a:lvl2pPr marL="557194" indent="-185732" algn="l" defTabSz="742926" rtl="0" eaLnBrk="1" latinLnBrk="0" hangingPunct="1">
              <a:lnSpc>
                <a:spcPct val="90000"/>
              </a:lnSpc>
              <a:spcBef>
                <a:spcPts val="406"/>
              </a:spcBef>
              <a:buFont typeface="Arial" panose="020B0604020202020204" pitchFamily="34" charset="0"/>
              <a:buChar char="•"/>
              <a:defRPr kumimoji="1" sz="1950" kern="1200">
                <a:solidFill>
                  <a:schemeClr val="tx1"/>
                </a:solidFill>
                <a:latin typeface="+mn-ea"/>
                <a:ea typeface="+mn-ea"/>
                <a:cs typeface="+mn-cs"/>
              </a:defRPr>
            </a:lvl2pPr>
            <a:lvl3pPr marL="928656" indent="-185732" algn="l" defTabSz="742926" rtl="0" eaLnBrk="1" latinLnBrk="0" hangingPunct="1">
              <a:lnSpc>
                <a:spcPct val="90000"/>
              </a:lnSpc>
              <a:spcBef>
                <a:spcPts val="406"/>
              </a:spcBef>
              <a:buFont typeface="Arial" panose="020B0604020202020204" pitchFamily="34" charset="0"/>
              <a:buChar char="•"/>
              <a:defRPr kumimoji="1" sz="1625" kern="1200">
                <a:solidFill>
                  <a:schemeClr val="tx1"/>
                </a:solidFill>
                <a:latin typeface="+mn-ea"/>
                <a:ea typeface="+mn-ea"/>
                <a:cs typeface="+mn-cs"/>
              </a:defRPr>
            </a:lvl3pPr>
            <a:lvl4pPr marL="1300119"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ea"/>
                <a:ea typeface="+mn-ea"/>
                <a:cs typeface="+mn-cs"/>
              </a:defRPr>
            </a:lvl4pPr>
            <a:lvl5pPr marL="1671583"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ea"/>
                <a:ea typeface="+mn-ea"/>
                <a:cs typeface="+mn-cs"/>
              </a:defRPr>
            </a:lvl5pPr>
            <a:lvl6pPr marL="2043044"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09"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5970"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432"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a:lstStyle>
          <a:p>
            <a:pPr marL="0" indent="0" algn="ctr">
              <a:buNone/>
            </a:pPr>
            <a:r>
              <a:rPr lang="ja-JP" altLang="en-US" sz="1600" b="1" dirty="0"/>
              <a:t>フォントは「游ゴシック」を標準とします。</a:t>
            </a:r>
          </a:p>
        </p:txBody>
      </p:sp>
    </p:spTree>
    <p:extLst>
      <p:ext uri="{BB962C8B-B14F-4D97-AF65-F5344CB8AC3E}">
        <p14:creationId xmlns:p14="http://schemas.microsoft.com/office/powerpoint/2010/main" val="2439010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C97F3E30-C265-44AA-A706-CFE583C09122}"/>
              </a:ext>
            </a:extLst>
          </p:cNvPr>
          <p:cNvSpPr>
            <a:spLocks noGrp="1"/>
          </p:cNvSpPr>
          <p:nvPr>
            <p:ph idx="1"/>
          </p:nvPr>
        </p:nvSpPr>
        <p:spPr/>
        <p:txBody>
          <a:bodyPr/>
          <a:lstStyle/>
          <a:p>
            <a:r>
              <a:rPr lang="ja-JP" altLang="en-US" dirty="0"/>
              <a:t>スライド上部には、そのスライドの「主張」や「概要」を表す短文（メッセージライン）を掲載します。</a:t>
            </a:r>
            <a:endParaRPr lang="en-US" altLang="ja-JP" dirty="0"/>
          </a:p>
          <a:p>
            <a:r>
              <a:rPr lang="ja-JP" altLang="en-US" dirty="0"/>
              <a:t>フォントサイズは</a:t>
            </a:r>
            <a:r>
              <a:rPr lang="en-US" altLang="ja-JP" dirty="0"/>
              <a:t>『16pt』</a:t>
            </a:r>
            <a:r>
              <a:rPr lang="ja-JP" altLang="en-US" dirty="0"/>
              <a:t>以上とし、印刷時はもちろん、プロジェクター投影時にも可読性が保てるように配慮してください。</a:t>
            </a:r>
          </a:p>
          <a:p>
            <a:endParaRPr kumimoji="1" lang="ja-JP" altLang="en-US" dirty="0"/>
          </a:p>
        </p:txBody>
      </p:sp>
      <p:sp>
        <p:nvSpPr>
          <p:cNvPr id="3" name="スライド番号プレースホルダー 2">
            <a:extLst>
              <a:ext uri="{FF2B5EF4-FFF2-40B4-BE49-F238E27FC236}">
                <a16:creationId xmlns:a16="http://schemas.microsoft.com/office/drawing/2014/main" id="{30BE56F1-C8DF-4C0E-B157-4C2C247E422A}"/>
              </a:ext>
            </a:extLst>
          </p:cNvPr>
          <p:cNvSpPr>
            <a:spLocks noGrp="1"/>
          </p:cNvSpPr>
          <p:nvPr>
            <p:ph type="sldNum" sz="quarter" idx="4"/>
          </p:nvPr>
        </p:nvSpPr>
        <p:spPr/>
        <p:txBody>
          <a:bodyPr/>
          <a:lstStyle/>
          <a:p>
            <a:fld id="{C314D315-6C69-40BF-98D6-60239DAB9584}" type="slidenum">
              <a:rPr lang="ja-JP" altLang="en-US" smtClean="0"/>
              <a:pPr/>
              <a:t>5</a:t>
            </a:fld>
            <a:r>
              <a:rPr lang="ja-JP" altLang="en-US"/>
              <a:t>　</a:t>
            </a:r>
            <a:endParaRPr lang="ja-JP" altLang="en-US" dirty="0"/>
          </a:p>
        </p:txBody>
      </p:sp>
      <p:sp>
        <p:nvSpPr>
          <p:cNvPr id="4" name="タイトル 3">
            <a:extLst>
              <a:ext uri="{FF2B5EF4-FFF2-40B4-BE49-F238E27FC236}">
                <a16:creationId xmlns:a16="http://schemas.microsoft.com/office/drawing/2014/main" id="{664372BB-2AC6-469F-81D7-8B086B35E0BD}"/>
              </a:ext>
            </a:extLst>
          </p:cNvPr>
          <p:cNvSpPr>
            <a:spLocks noGrp="1"/>
          </p:cNvSpPr>
          <p:nvPr>
            <p:ph type="title"/>
          </p:nvPr>
        </p:nvSpPr>
        <p:spPr/>
        <p:txBody>
          <a:bodyPr/>
          <a:lstStyle/>
          <a:p>
            <a:r>
              <a:rPr lang="en-US" altLang="ja-JP" dirty="0"/>
              <a:t>3. </a:t>
            </a:r>
            <a:r>
              <a:rPr lang="ja-JP" altLang="en-US" dirty="0"/>
              <a:t>フォントサイズ</a:t>
            </a:r>
            <a:endParaRPr kumimoji="1" lang="ja-JP" altLang="en-US" dirty="0"/>
          </a:p>
        </p:txBody>
      </p:sp>
      <p:pic>
        <p:nvPicPr>
          <p:cNvPr id="5" name="図 4" descr="グラフ, 円グラフ&#10;&#10;自動的に生成された説明">
            <a:extLst>
              <a:ext uri="{FF2B5EF4-FFF2-40B4-BE49-F238E27FC236}">
                <a16:creationId xmlns:a16="http://schemas.microsoft.com/office/drawing/2014/main" id="{19C097E6-A158-4854-BEE3-BC9A1EF8E817}"/>
              </a:ext>
            </a:extLst>
          </p:cNvPr>
          <p:cNvPicPr>
            <a:picLocks noChangeAspect="1"/>
          </p:cNvPicPr>
          <p:nvPr/>
        </p:nvPicPr>
        <p:blipFill rotWithShape="1">
          <a:blip r:embed="rId2">
            <a:extLst>
              <a:ext uri="{28A0092B-C50C-407E-A947-70E740481C1C}">
                <a14:useLocalDpi xmlns:a14="http://schemas.microsoft.com/office/drawing/2010/main" val="0"/>
              </a:ext>
            </a:extLst>
          </a:blip>
          <a:srcRect b="54079"/>
          <a:stretch/>
        </p:blipFill>
        <p:spPr>
          <a:xfrm>
            <a:off x="704849" y="3429000"/>
            <a:ext cx="8496300" cy="2700667"/>
          </a:xfrm>
          <a:prstGeom prst="rect">
            <a:avLst/>
          </a:prstGeom>
          <a:ln>
            <a:solidFill>
              <a:schemeClr val="tx1"/>
            </a:solidFill>
          </a:ln>
        </p:spPr>
      </p:pic>
      <p:sp>
        <p:nvSpPr>
          <p:cNvPr id="6" name="AutoShape 3">
            <a:extLst>
              <a:ext uri="{FF2B5EF4-FFF2-40B4-BE49-F238E27FC236}">
                <a16:creationId xmlns:a16="http://schemas.microsoft.com/office/drawing/2014/main" id="{C10C167F-082D-4A29-8960-CCDAF2C44EC9}"/>
              </a:ext>
            </a:extLst>
          </p:cNvPr>
          <p:cNvSpPr>
            <a:spLocks noChangeArrowheads="1"/>
          </p:cNvSpPr>
          <p:nvPr/>
        </p:nvSpPr>
        <p:spPr bwMode="auto">
          <a:xfrm>
            <a:off x="704849" y="5193506"/>
            <a:ext cx="8496300" cy="940197"/>
          </a:xfrm>
          <a:prstGeom prst="roundRect">
            <a:avLst>
              <a:gd name="adj" fmla="val 0"/>
            </a:avLst>
          </a:prstGeom>
          <a:solidFill>
            <a:srgbClr val="000000">
              <a:alpha val="30000"/>
            </a:srgbClr>
          </a:solidFill>
          <a:ln>
            <a:noFill/>
          </a:ln>
          <a:effectLst/>
        </p:spPr>
        <p:txBody>
          <a:bodyPr wrap="square" lIns="180000" tIns="144000" rIns="180000" bIns="108000" anchor="ctr" anchorCtr="0">
            <a:noAutofit/>
          </a:bodyPr>
          <a:lstStyle/>
          <a:p>
            <a:pPr algn="ctr">
              <a:spcBef>
                <a:spcPct val="0"/>
              </a:spcBef>
            </a:pPr>
            <a:endParaRPr lang="en-US" altLang="ja-JP" sz="1600" b="1" dirty="0">
              <a:solidFill>
                <a:srgbClr val="FFFFFF"/>
              </a:solidFill>
              <a:latin typeface="メイリオ" pitchFamily="50" charset="-128"/>
              <a:ea typeface="メイリオ" pitchFamily="50" charset="-128"/>
              <a:cs typeface="メイリオ" pitchFamily="50" charset="-128"/>
            </a:endParaRPr>
          </a:p>
        </p:txBody>
      </p:sp>
      <p:sp>
        <p:nvSpPr>
          <p:cNvPr id="7" name="AutoShape 3">
            <a:extLst>
              <a:ext uri="{FF2B5EF4-FFF2-40B4-BE49-F238E27FC236}">
                <a16:creationId xmlns:a16="http://schemas.microsoft.com/office/drawing/2014/main" id="{EC90FB41-EB93-43F2-AB47-531DE548E32E}"/>
              </a:ext>
            </a:extLst>
          </p:cNvPr>
          <p:cNvSpPr>
            <a:spLocks noChangeArrowheads="1"/>
          </p:cNvSpPr>
          <p:nvPr/>
        </p:nvSpPr>
        <p:spPr bwMode="auto">
          <a:xfrm>
            <a:off x="704850" y="3429000"/>
            <a:ext cx="8500257" cy="1056887"/>
          </a:xfrm>
          <a:prstGeom prst="roundRect">
            <a:avLst>
              <a:gd name="adj" fmla="val 0"/>
            </a:avLst>
          </a:prstGeom>
          <a:solidFill>
            <a:srgbClr val="000000">
              <a:alpha val="30000"/>
            </a:srgbClr>
          </a:solidFill>
          <a:ln>
            <a:noFill/>
          </a:ln>
          <a:effectLst/>
        </p:spPr>
        <p:txBody>
          <a:bodyPr wrap="square" lIns="180000" tIns="144000" rIns="180000" bIns="108000" anchor="ctr" anchorCtr="0">
            <a:noAutofit/>
          </a:bodyPr>
          <a:lstStyle/>
          <a:p>
            <a:pPr algn="ctr">
              <a:spcBef>
                <a:spcPct val="0"/>
              </a:spcBef>
            </a:pPr>
            <a:endParaRPr lang="en-US" altLang="ja-JP" sz="1600" b="1" dirty="0">
              <a:solidFill>
                <a:srgbClr val="FFFFFF"/>
              </a:solidFill>
              <a:latin typeface="メイリオ" pitchFamily="50" charset="-128"/>
              <a:ea typeface="メイリオ" pitchFamily="50" charset="-128"/>
              <a:cs typeface="メイリオ" pitchFamily="50" charset="-128"/>
            </a:endParaRPr>
          </a:p>
        </p:txBody>
      </p:sp>
      <p:sp>
        <p:nvSpPr>
          <p:cNvPr id="8" name="吹き出し: 四角形 7">
            <a:extLst>
              <a:ext uri="{FF2B5EF4-FFF2-40B4-BE49-F238E27FC236}">
                <a16:creationId xmlns:a16="http://schemas.microsoft.com/office/drawing/2014/main" id="{0302BED4-7859-40D2-8F5A-7BC4A95C7714}"/>
              </a:ext>
            </a:extLst>
          </p:cNvPr>
          <p:cNvSpPr/>
          <p:nvPr/>
        </p:nvSpPr>
        <p:spPr>
          <a:xfrm>
            <a:off x="1485339" y="5243974"/>
            <a:ext cx="2312835" cy="792088"/>
          </a:xfrm>
          <a:prstGeom prst="wedgeRectCallout">
            <a:avLst>
              <a:gd name="adj1" fmla="val -20204"/>
              <a:gd name="adj2" fmla="val -70477"/>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rPr>
              <a:t>フォントサイズ</a:t>
            </a:r>
            <a:endParaRPr lang="en-US" altLang="ja-JP" b="1" dirty="0">
              <a:solidFill>
                <a:schemeClr val="tx1"/>
              </a:solidFill>
            </a:endParaRPr>
          </a:p>
          <a:p>
            <a:pPr algn="ctr"/>
            <a:r>
              <a:rPr lang="en-US" altLang="ja-JP" b="1" dirty="0">
                <a:solidFill>
                  <a:schemeClr val="tx1"/>
                </a:solidFill>
              </a:rPr>
              <a:t>16pt</a:t>
            </a:r>
            <a:endParaRPr lang="ja-JP" altLang="en-US" b="1" dirty="0">
              <a:solidFill>
                <a:schemeClr val="tx1"/>
              </a:solidFill>
            </a:endParaRPr>
          </a:p>
        </p:txBody>
      </p:sp>
    </p:spTree>
    <p:extLst>
      <p:ext uri="{BB962C8B-B14F-4D97-AF65-F5344CB8AC3E}">
        <p14:creationId xmlns:p14="http://schemas.microsoft.com/office/powerpoint/2010/main" val="2706055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C39E27-D7D3-4B66-B1C6-FD14877C216F}"/>
              </a:ext>
            </a:extLst>
          </p:cNvPr>
          <p:cNvSpPr>
            <a:spLocks noGrp="1"/>
          </p:cNvSpPr>
          <p:nvPr>
            <p:ph type="title"/>
          </p:nvPr>
        </p:nvSpPr>
        <p:spPr/>
        <p:txBody>
          <a:bodyPr/>
          <a:lstStyle/>
          <a:p>
            <a:r>
              <a:rPr kumimoji="1" lang="en-US" altLang="ja-JP" dirty="0"/>
              <a:t>4. </a:t>
            </a:r>
            <a:r>
              <a:rPr kumimoji="1" lang="ja-JP" altLang="en-US" dirty="0"/>
              <a:t>色選びのヒント</a:t>
            </a:r>
          </a:p>
        </p:txBody>
      </p:sp>
      <p:sp>
        <p:nvSpPr>
          <p:cNvPr id="3" name="スライド番号プレースホルダー 2">
            <a:extLst>
              <a:ext uri="{FF2B5EF4-FFF2-40B4-BE49-F238E27FC236}">
                <a16:creationId xmlns:a16="http://schemas.microsoft.com/office/drawing/2014/main" id="{9C35A37D-9E30-4CC0-A348-7711E2869C5A}"/>
              </a:ext>
            </a:extLst>
          </p:cNvPr>
          <p:cNvSpPr>
            <a:spLocks noGrp="1"/>
          </p:cNvSpPr>
          <p:nvPr>
            <p:ph type="sldNum" sz="quarter" idx="4"/>
          </p:nvPr>
        </p:nvSpPr>
        <p:spPr/>
        <p:txBody>
          <a:bodyPr/>
          <a:lstStyle/>
          <a:p>
            <a:fld id="{C314D315-6C69-40BF-98D6-60239DAB9584}" type="slidenum">
              <a:rPr lang="ja-JP" altLang="en-US" smtClean="0"/>
              <a:pPr/>
              <a:t>6</a:t>
            </a:fld>
            <a:r>
              <a:rPr lang="ja-JP" altLang="en-US"/>
              <a:t>　</a:t>
            </a:r>
            <a:endParaRPr lang="ja-JP" altLang="en-US" dirty="0"/>
          </a:p>
        </p:txBody>
      </p:sp>
      <p:sp>
        <p:nvSpPr>
          <p:cNvPr id="5" name="正方形/長方形 4">
            <a:extLst>
              <a:ext uri="{FF2B5EF4-FFF2-40B4-BE49-F238E27FC236}">
                <a16:creationId xmlns:a16="http://schemas.microsoft.com/office/drawing/2014/main" id="{C6FEA6AF-0B19-4EB8-B76B-3E3FD0FC31AB}"/>
              </a:ext>
            </a:extLst>
          </p:cNvPr>
          <p:cNvSpPr/>
          <p:nvPr/>
        </p:nvSpPr>
        <p:spPr>
          <a:xfrm>
            <a:off x="5688377" y="2922321"/>
            <a:ext cx="842156" cy="1059547"/>
          </a:xfrm>
          <a:prstGeom prst="rect">
            <a:avLst/>
          </a:prstGeom>
          <a:solidFill>
            <a:srgbClr val="F327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a:latin typeface="+mn-ea"/>
            </a:endParaRPr>
          </a:p>
        </p:txBody>
      </p:sp>
      <p:sp>
        <p:nvSpPr>
          <p:cNvPr id="6" name="正方形/長方形 5">
            <a:extLst>
              <a:ext uri="{FF2B5EF4-FFF2-40B4-BE49-F238E27FC236}">
                <a16:creationId xmlns:a16="http://schemas.microsoft.com/office/drawing/2014/main" id="{23D19B32-DDAE-401C-BE6B-496485474648}"/>
              </a:ext>
            </a:extLst>
          </p:cNvPr>
          <p:cNvSpPr/>
          <p:nvPr/>
        </p:nvSpPr>
        <p:spPr>
          <a:xfrm>
            <a:off x="3360139" y="2922321"/>
            <a:ext cx="842156" cy="105954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a:latin typeface="+mn-ea"/>
            </a:endParaRPr>
          </a:p>
        </p:txBody>
      </p:sp>
      <p:sp>
        <p:nvSpPr>
          <p:cNvPr id="7" name="正方形/長方形 6">
            <a:extLst>
              <a:ext uri="{FF2B5EF4-FFF2-40B4-BE49-F238E27FC236}">
                <a16:creationId xmlns:a16="http://schemas.microsoft.com/office/drawing/2014/main" id="{CC0F5A66-82E4-44F2-BB46-E46685176398}"/>
              </a:ext>
            </a:extLst>
          </p:cNvPr>
          <p:cNvSpPr/>
          <p:nvPr/>
        </p:nvSpPr>
        <p:spPr>
          <a:xfrm>
            <a:off x="4531922" y="2922321"/>
            <a:ext cx="842156" cy="1059547"/>
          </a:xfrm>
          <a:prstGeom prst="rect">
            <a:avLst/>
          </a:prstGeom>
          <a:solidFill>
            <a:srgbClr val="FDD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a:latin typeface="+mn-ea"/>
            </a:endParaRPr>
          </a:p>
        </p:txBody>
      </p:sp>
      <p:sp>
        <p:nvSpPr>
          <p:cNvPr id="8" name="コンテンツ プレースホルダー 1">
            <a:extLst>
              <a:ext uri="{FF2B5EF4-FFF2-40B4-BE49-F238E27FC236}">
                <a16:creationId xmlns:a16="http://schemas.microsoft.com/office/drawing/2014/main" id="{CBFF3057-2875-4049-A17B-0A785440E3C1}"/>
              </a:ext>
            </a:extLst>
          </p:cNvPr>
          <p:cNvSpPr txBox="1">
            <a:spLocks/>
          </p:cNvSpPr>
          <p:nvPr/>
        </p:nvSpPr>
        <p:spPr>
          <a:xfrm>
            <a:off x="697186" y="1950508"/>
            <a:ext cx="8496300" cy="666868"/>
          </a:xfrm>
          <a:prstGeom prst="rect">
            <a:avLst/>
          </a:prstGeom>
        </p:spPr>
        <p:txBody>
          <a:bodyPr>
            <a:normAutofit/>
          </a:bodyPr>
          <a:lstStyle>
            <a:lvl1pPr marL="185732" indent="-185732" algn="l" defTabSz="742926" rtl="0" eaLnBrk="1" latinLnBrk="0" hangingPunct="1">
              <a:lnSpc>
                <a:spcPct val="90000"/>
              </a:lnSpc>
              <a:spcBef>
                <a:spcPts val="813"/>
              </a:spcBef>
              <a:buFont typeface="Arial" panose="020B0604020202020204" pitchFamily="34" charset="0"/>
              <a:buChar char="•"/>
              <a:defRPr kumimoji="1" sz="2274" kern="1200">
                <a:solidFill>
                  <a:schemeClr val="tx1"/>
                </a:solidFill>
                <a:latin typeface="+mn-ea"/>
                <a:ea typeface="+mn-ea"/>
                <a:cs typeface="+mn-cs"/>
              </a:defRPr>
            </a:lvl1pPr>
            <a:lvl2pPr marL="557194" indent="-185732" algn="l" defTabSz="742926" rtl="0" eaLnBrk="1" latinLnBrk="0" hangingPunct="1">
              <a:lnSpc>
                <a:spcPct val="90000"/>
              </a:lnSpc>
              <a:spcBef>
                <a:spcPts val="406"/>
              </a:spcBef>
              <a:buFont typeface="Arial" panose="020B0604020202020204" pitchFamily="34" charset="0"/>
              <a:buChar char="•"/>
              <a:defRPr kumimoji="1" sz="1950" kern="1200">
                <a:solidFill>
                  <a:schemeClr val="tx1"/>
                </a:solidFill>
                <a:latin typeface="+mn-ea"/>
                <a:ea typeface="+mn-ea"/>
                <a:cs typeface="+mn-cs"/>
              </a:defRPr>
            </a:lvl2pPr>
            <a:lvl3pPr marL="928656" indent="-185732" algn="l" defTabSz="742926" rtl="0" eaLnBrk="1" latinLnBrk="0" hangingPunct="1">
              <a:lnSpc>
                <a:spcPct val="90000"/>
              </a:lnSpc>
              <a:spcBef>
                <a:spcPts val="406"/>
              </a:spcBef>
              <a:buFont typeface="Arial" panose="020B0604020202020204" pitchFamily="34" charset="0"/>
              <a:buChar char="•"/>
              <a:defRPr kumimoji="1" sz="1625" kern="1200">
                <a:solidFill>
                  <a:schemeClr val="tx1"/>
                </a:solidFill>
                <a:latin typeface="+mn-ea"/>
                <a:ea typeface="+mn-ea"/>
                <a:cs typeface="+mn-cs"/>
              </a:defRPr>
            </a:lvl3pPr>
            <a:lvl4pPr marL="1300119"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ea"/>
                <a:ea typeface="+mn-ea"/>
                <a:cs typeface="+mn-cs"/>
              </a:defRPr>
            </a:lvl4pPr>
            <a:lvl5pPr marL="1671583"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ea"/>
                <a:ea typeface="+mn-ea"/>
                <a:cs typeface="+mn-cs"/>
              </a:defRPr>
            </a:lvl5pPr>
            <a:lvl6pPr marL="2043044"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09"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5970"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432"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a:lstStyle>
          <a:p>
            <a:pPr marL="0" indent="0" algn="ctr">
              <a:buNone/>
            </a:pPr>
            <a:r>
              <a:rPr lang="ja-JP" altLang="en-US" sz="1600" b="1" dirty="0"/>
              <a:t>使用する色は</a:t>
            </a:r>
            <a:r>
              <a:rPr lang="en-US" altLang="ja-JP" sz="1600" b="1" dirty="0"/>
              <a:t>3</a:t>
            </a:r>
            <a:r>
              <a:rPr lang="ja-JP" altLang="en-US" sz="1600" b="1" dirty="0"/>
              <a:t>色を推奨します。</a:t>
            </a:r>
          </a:p>
        </p:txBody>
      </p:sp>
      <p:sp>
        <p:nvSpPr>
          <p:cNvPr id="9" name="コンテンツ プレースホルダー 1">
            <a:extLst>
              <a:ext uri="{FF2B5EF4-FFF2-40B4-BE49-F238E27FC236}">
                <a16:creationId xmlns:a16="http://schemas.microsoft.com/office/drawing/2014/main" id="{D05558BA-7AE4-4497-8DB1-C984E3B36DAC}"/>
              </a:ext>
            </a:extLst>
          </p:cNvPr>
          <p:cNvSpPr txBox="1">
            <a:spLocks/>
          </p:cNvSpPr>
          <p:nvPr/>
        </p:nvSpPr>
        <p:spPr>
          <a:xfrm>
            <a:off x="697186" y="4617132"/>
            <a:ext cx="8496300" cy="1799543"/>
          </a:xfrm>
          <a:prstGeom prst="rect">
            <a:avLst/>
          </a:prstGeom>
        </p:spPr>
        <p:txBody>
          <a:bodyPr vert="horz" lIns="91440" tIns="45720" rIns="91440" bIns="45720" rtlCol="0">
            <a:normAutofit/>
          </a:bodyPr>
          <a:lstStyle>
            <a:lvl1pPr marL="0" indent="0" algn="l" defTabSz="742926" rtl="0" eaLnBrk="1" latinLnBrk="0" hangingPunct="1">
              <a:lnSpc>
                <a:spcPct val="140000"/>
              </a:lnSpc>
              <a:spcBef>
                <a:spcPts val="813"/>
              </a:spcBef>
              <a:buFontTx/>
              <a:buNone/>
              <a:defRPr kumimoji="1" sz="1600" kern="1200">
                <a:solidFill>
                  <a:schemeClr val="tx1"/>
                </a:solidFill>
                <a:latin typeface="+mn-ea"/>
                <a:ea typeface="+mn-ea"/>
                <a:cs typeface="+mn-cs"/>
              </a:defRPr>
            </a:lvl1pPr>
            <a:lvl2pPr marL="557194" indent="-185732" algn="l" defTabSz="742926" rtl="0" eaLnBrk="1" latinLnBrk="0" hangingPunct="1">
              <a:lnSpc>
                <a:spcPct val="140000"/>
              </a:lnSpc>
              <a:spcBef>
                <a:spcPts val="406"/>
              </a:spcBef>
              <a:buFont typeface="Arial" panose="020B0604020202020204" pitchFamily="34" charset="0"/>
              <a:buChar char="•"/>
              <a:defRPr kumimoji="1" sz="1600" kern="1200">
                <a:solidFill>
                  <a:schemeClr val="tx1"/>
                </a:solidFill>
                <a:latin typeface="+mn-ea"/>
                <a:ea typeface="+mn-ea"/>
                <a:cs typeface="+mn-cs"/>
              </a:defRPr>
            </a:lvl2pPr>
            <a:lvl3pPr marL="928656" indent="-185732" algn="l" defTabSz="742926" rtl="0" eaLnBrk="1" latinLnBrk="0" hangingPunct="1">
              <a:lnSpc>
                <a:spcPct val="140000"/>
              </a:lnSpc>
              <a:spcBef>
                <a:spcPts val="406"/>
              </a:spcBef>
              <a:buFont typeface="Arial" panose="020B0604020202020204" pitchFamily="34" charset="0"/>
              <a:buChar char="•"/>
              <a:defRPr kumimoji="1" sz="1600" kern="1200">
                <a:solidFill>
                  <a:schemeClr val="tx1"/>
                </a:solidFill>
                <a:latin typeface="+mn-ea"/>
                <a:ea typeface="+mn-ea"/>
                <a:cs typeface="+mn-cs"/>
              </a:defRPr>
            </a:lvl3pPr>
            <a:lvl4pPr marL="1300119" indent="-185732" algn="l" defTabSz="742926" rtl="0" eaLnBrk="1" latinLnBrk="0" hangingPunct="1">
              <a:lnSpc>
                <a:spcPct val="140000"/>
              </a:lnSpc>
              <a:spcBef>
                <a:spcPts val="406"/>
              </a:spcBef>
              <a:buFont typeface="Arial" panose="020B0604020202020204" pitchFamily="34" charset="0"/>
              <a:buChar char="•"/>
              <a:defRPr kumimoji="1" sz="1600" kern="1200">
                <a:solidFill>
                  <a:schemeClr val="tx1"/>
                </a:solidFill>
                <a:latin typeface="+mn-ea"/>
                <a:ea typeface="+mn-ea"/>
                <a:cs typeface="+mn-cs"/>
              </a:defRPr>
            </a:lvl4pPr>
            <a:lvl5pPr marL="1671583" indent="-185732" algn="l" defTabSz="742926" rtl="0" eaLnBrk="1" latinLnBrk="0" hangingPunct="1">
              <a:lnSpc>
                <a:spcPct val="140000"/>
              </a:lnSpc>
              <a:spcBef>
                <a:spcPts val="406"/>
              </a:spcBef>
              <a:buFont typeface="Arial" panose="020B0604020202020204" pitchFamily="34" charset="0"/>
              <a:buChar char="•"/>
              <a:defRPr kumimoji="1" sz="1600" kern="1200">
                <a:solidFill>
                  <a:schemeClr val="tx1"/>
                </a:solidFill>
                <a:latin typeface="+mn-ea"/>
                <a:ea typeface="+mn-ea"/>
                <a:cs typeface="+mn-cs"/>
              </a:defRPr>
            </a:lvl5pPr>
            <a:lvl6pPr marL="2043044"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09"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5970"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432"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a:lstStyle>
          <a:p>
            <a:r>
              <a:rPr lang="ja-JP" altLang="en-US" dirty="0"/>
              <a:t>パワーポイントで分かりやすく効率的に伝えるために、色は</a:t>
            </a:r>
            <a:r>
              <a:rPr lang="en-US" altLang="ja-JP" dirty="0"/>
              <a:t>3</a:t>
            </a:r>
            <a:r>
              <a:rPr lang="ja-JP" altLang="en-US" dirty="0"/>
              <a:t>色、多くても</a:t>
            </a:r>
            <a:r>
              <a:rPr lang="en-US" altLang="ja-JP" dirty="0"/>
              <a:t>5</a:t>
            </a:r>
            <a:r>
              <a:rPr lang="ja-JP" altLang="en-US" dirty="0"/>
              <a:t>色までを</a:t>
            </a:r>
            <a:r>
              <a:rPr lang="ja-JP" altLang="en-US"/>
              <a:t>推奨しています。</a:t>
            </a:r>
            <a:endParaRPr lang="en-US" altLang="ja-JP" dirty="0"/>
          </a:p>
          <a:p>
            <a:r>
              <a:rPr lang="en-US" altLang="ja-JP" sz="1200" dirty="0"/>
              <a:t>※</a:t>
            </a:r>
            <a:r>
              <a:rPr lang="ja-JP" altLang="en-US" sz="1200" dirty="0"/>
              <a:t>使用する</a:t>
            </a:r>
            <a:r>
              <a:rPr lang="en-US" altLang="ja-JP" sz="1200" dirty="0"/>
              <a:t>3</a:t>
            </a:r>
            <a:r>
              <a:rPr lang="ja-JP" altLang="en-US" sz="1200" dirty="0"/>
              <a:t>色を決めるときは、全体の文字に使う色（ベースカラー）を</a:t>
            </a:r>
            <a:r>
              <a:rPr lang="en-US" altLang="ja-JP" sz="1200" dirty="0"/>
              <a:t>70</a:t>
            </a:r>
            <a:r>
              <a:rPr lang="ja-JP" altLang="en-US" sz="1200" dirty="0"/>
              <a:t>％、見出しや強調したい色（メインカラー）を</a:t>
            </a:r>
            <a:r>
              <a:rPr lang="en-US" altLang="ja-JP" sz="1200" dirty="0"/>
              <a:t>25</a:t>
            </a:r>
            <a:r>
              <a:rPr lang="ja-JP" altLang="en-US" sz="1200" dirty="0"/>
              <a:t>％、特に注目してもらいたい色（アクセントカラー）を</a:t>
            </a:r>
            <a:r>
              <a:rPr lang="en-US" altLang="ja-JP" sz="1200" dirty="0"/>
              <a:t>25</a:t>
            </a:r>
            <a:r>
              <a:rPr lang="ja-JP" altLang="en-US" sz="1200" dirty="0"/>
              <a:t>％程度にするとバランス良く見えます。</a:t>
            </a:r>
            <a:endParaRPr lang="en-US" altLang="ja-JP" sz="1200" dirty="0"/>
          </a:p>
        </p:txBody>
      </p:sp>
      <p:sp>
        <p:nvSpPr>
          <p:cNvPr id="10" name="コンテンツ プレースホルダー 1">
            <a:extLst>
              <a:ext uri="{FF2B5EF4-FFF2-40B4-BE49-F238E27FC236}">
                <a16:creationId xmlns:a16="http://schemas.microsoft.com/office/drawing/2014/main" id="{A2134D9F-5CB3-4A99-835F-866D05BDD7D6}"/>
              </a:ext>
            </a:extLst>
          </p:cNvPr>
          <p:cNvSpPr txBox="1">
            <a:spLocks/>
          </p:cNvSpPr>
          <p:nvPr/>
        </p:nvSpPr>
        <p:spPr>
          <a:xfrm>
            <a:off x="2080244" y="3377528"/>
            <a:ext cx="1115082" cy="666868"/>
          </a:xfrm>
          <a:prstGeom prst="rect">
            <a:avLst/>
          </a:prstGeom>
        </p:spPr>
        <p:txBody>
          <a:bodyPr>
            <a:normAutofit/>
          </a:bodyPr>
          <a:lstStyle>
            <a:lvl1pPr marL="185732" indent="-185732" algn="l" defTabSz="742926" rtl="0" eaLnBrk="1" latinLnBrk="0" hangingPunct="1">
              <a:lnSpc>
                <a:spcPct val="90000"/>
              </a:lnSpc>
              <a:spcBef>
                <a:spcPts val="813"/>
              </a:spcBef>
              <a:buFont typeface="Arial" panose="020B0604020202020204" pitchFamily="34" charset="0"/>
              <a:buChar char="•"/>
              <a:defRPr kumimoji="1" sz="2274" kern="1200">
                <a:solidFill>
                  <a:schemeClr val="tx1"/>
                </a:solidFill>
                <a:latin typeface="+mn-ea"/>
                <a:ea typeface="+mn-ea"/>
                <a:cs typeface="+mn-cs"/>
              </a:defRPr>
            </a:lvl1pPr>
            <a:lvl2pPr marL="557194" indent="-185732" algn="l" defTabSz="742926" rtl="0" eaLnBrk="1" latinLnBrk="0" hangingPunct="1">
              <a:lnSpc>
                <a:spcPct val="90000"/>
              </a:lnSpc>
              <a:spcBef>
                <a:spcPts val="406"/>
              </a:spcBef>
              <a:buFont typeface="Arial" panose="020B0604020202020204" pitchFamily="34" charset="0"/>
              <a:buChar char="•"/>
              <a:defRPr kumimoji="1" sz="1950" kern="1200">
                <a:solidFill>
                  <a:schemeClr val="tx1"/>
                </a:solidFill>
                <a:latin typeface="+mn-ea"/>
                <a:ea typeface="+mn-ea"/>
                <a:cs typeface="+mn-cs"/>
              </a:defRPr>
            </a:lvl2pPr>
            <a:lvl3pPr marL="928656" indent="-185732" algn="l" defTabSz="742926" rtl="0" eaLnBrk="1" latinLnBrk="0" hangingPunct="1">
              <a:lnSpc>
                <a:spcPct val="90000"/>
              </a:lnSpc>
              <a:spcBef>
                <a:spcPts val="406"/>
              </a:spcBef>
              <a:buFont typeface="Arial" panose="020B0604020202020204" pitchFamily="34" charset="0"/>
              <a:buChar char="•"/>
              <a:defRPr kumimoji="1" sz="1625" kern="1200">
                <a:solidFill>
                  <a:schemeClr val="tx1"/>
                </a:solidFill>
                <a:latin typeface="+mn-ea"/>
                <a:ea typeface="+mn-ea"/>
                <a:cs typeface="+mn-cs"/>
              </a:defRPr>
            </a:lvl3pPr>
            <a:lvl4pPr marL="1300119"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ea"/>
                <a:ea typeface="+mn-ea"/>
                <a:cs typeface="+mn-cs"/>
              </a:defRPr>
            </a:lvl4pPr>
            <a:lvl5pPr marL="1671583"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ea"/>
                <a:ea typeface="+mn-ea"/>
                <a:cs typeface="+mn-cs"/>
              </a:defRPr>
            </a:lvl5pPr>
            <a:lvl6pPr marL="2043044"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09"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5970"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432" indent="-185732" algn="l" defTabSz="742926"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a:lstStyle>
          <a:p>
            <a:pPr marL="0" indent="0" algn="ctr">
              <a:buNone/>
            </a:pPr>
            <a:r>
              <a:rPr lang="ja-JP" altLang="en-US" sz="1600" b="1" dirty="0"/>
              <a:t>（例）</a:t>
            </a:r>
          </a:p>
        </p:txBody>
      </p:sp>
    </p:spTree>
    <p:extLst>
      <p:ext uri="{BB962C8B-B14F-4D97-AF65-F5344CB8AC3E}">
        <p14:creationId xmlns:p14="http://schemas.microsoft.com/office/powerpoint/2010/main" val="3222944259"/>
      </p:ext>
    </p:extLst>
  </p:cSld>
  <p:clrMapOvr>
    <a:masterClrMapping/>
  </p:clrMapOvr>
</p:sld>
</file>

<file path=ppt/theme/theme1.xml><?xml version="1.0" encoding="utf-8"?>
<a:theme xmlns:a="http://schemas.openxmlformats.org/drawingml/2006/main" name="1_Office テーマ">
  <a:themeElements>
    <a:clrScheme name="KENTEMテンプレート">
      <a:dk1>
        <a:srgbClr val="1E1E1E"/>
      </a:dk1>
      <a:lt1>
        <a:srgbClr val="FFFFFF"/>
      </a:lt1>
      <a:dk2>
        <a:srgbClr val="B3B3B3"/>
      </a:dk2>
      <a:lt2>
        <a:srgbClr val="F2F2F2"/>
      </a:lt2>
      <a:accent1>
        <a:srgbClr val="FDD000"/>
      </a:accent1>
      <a:accent2>
        <a:srgbClr val="00BFA6"/>
      </a:accent2>
      <a:accent3>
        <a:srgbClr val="40A6E6"/>
      </a:accent3>
      <a:accent4>
        <a:srgbClr val="F3271A"/>
      </a:accent4>
      <a:accent5>
        <a:srgbClr val="F2762E"/>
      </a:accent5>
      <a:accent6>
        <a:srgbClr val="97B1AB"/>
      </a:accent6>
      <a:hlink>
        <a:srgbClr val="0070C0"/>
      </a:hlink>
      <a:folHlink>
        <a:srgbClr val="0070C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テンプレート" id="{F11C7BB4-7BEF-41A9-B54E-EBBAC349AD90}" vid="{FD0F4BAD-71E0-4F59-8C3C-B0C7638B763E}"/>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1458</TotalTime>
  <Words>513</Words>
  <Application>Microsoft Office PowerPoint</Application>
  <PresentationFormat>A4 210 x 297 mm</PresentationFormat>
  <Paragraphs>53</Paragraphs>
  <Slides>7</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メイリオ</vt:lpstr>
      <vt:lpstr>游ゴシック</vt:lpstr>
      <vt:lpstr>Arial</vt:lpstr>
      <vt:lpstr>Wingdings</vt:lpstr>
      <vt:lpstr>1_Office テーマ</vt:lpstr>
      <vt:lpstr>パワーポイントの KENTEMテンプレートについて</vt:lpstr>
      <vt:lpstr>PowerPoint プレゼンテーション</vt:lpstr>
      <vt:lpstr>目次</vt:lpstr>
      <vt:lpstr>1. パワーポイントのサイズ</vt:lpstr>
      <vt:lpstr>2. フォント</vt:lpstr>
      <vt:lpstr>3. フォントサイズ</vt:lpstr>
      <vt:lpstr>4. 色選びのヒント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松本　紗規子</dc:creator>
  <cp:lastModifiedBy>松本　紗規子</cp:lastModifiedBy>
  <cp:revision>1020</cp:revision>
  <cp:lastPrinted>2021-05-06T02:35:10Z</cp:lastPrinted>
  <dcterms:created xsi:type="dcterms:W3CDTF">2020-11-02T06:12:12Z</dcterms:created>
  <dcterms:modified xsi:type="dcterms:W3CDTF">2021-05-07T09:58:47Z</dcterms:modified>
</cp:coreProperties>
</file>